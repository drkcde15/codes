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2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8:19:33.00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4868 2981 0,'0'-35'16,"0"70"-16,18-70 188,53 52-157,-36 1-16,124 53 17,-71 17-17,-35-35 17,123 52-17,-52-16 1,-19-36-1,-52 17 1,18-35 0,-54-17-1,-17 17 17</inkml:trace>
  <inkml:trace contextRef="#ctx0" brushRef="#br0" timeOffset="719.01">5909 3545 0,'18'0'31,"17"18"16,0-18-16,0 35-15,1 1-1,-1-19 1,0 19-16,-17-36 31,-18 35-15,-71-35 15,18 0-15,1-18-1,34 18 1,-17 0 15,17 0 32,18-35 30,0 17-77,35-17 0,-17 0-1</inkml:trace>
  <inkml:trace contextRef="#ctx0" brushRef="#br0" timeOffset="1723.1">5380 4198 0,'17'0'32,"-17"18"15,0 35-32,0 17 1,0 18-1,36-17-15,-36 88 16,0-1 0,0-52-1,0-35 1,35-36 0,-35-53 15,0-70 0</inkml:trace>
  <inkml:trace contextRef="#ctx0" brushRef="#br0" timeOffset="3351.01">5450 4427 0,'0'-35'16,"18"0"15,0 17-15,17 18 0,0 0-1,-17 0 1,17 35-1,-17-35-15,-18 53 16,0-17 0,0 17-1,0-18 17,0-18-17,-35-17 1,35-35 31,52-53-32,-16 53 1,-1-1 15,-35 1-15,18 35 93,17 0-93,-17 0-1,17 35 1,0 1 0,-35-19-1,0 19 1,0-19 0,18 19-1,17-36 1,0 0-1,-17 0 1,35-36 15,-36 1 1,-17-18-17,0 18 1,0 88 31,0-36-16,0 54-15,36-71-1,34 35 16,-34-35-15,-36-35 0,35-18-1,-35 35 17,35 18-17,-17 0 16,17 0-15,-35 36 0,35-1-1,-35-17 1,18-71 62,17-36-62,36 54 15,-54 53-15,-17 17-1,36-17 1,-36 35-1,35-18 1,0-53 31,-17-35-31,17 0-16,18 36 15,0 17 1,-18 0-1,18 70 1,-17 1 0,-36-36-1,35 0 17,-70-70 14</inkml:trace>
  <inkml:trace contextRef="#ctx0" brushRef="#br0" timeOffset="3725.67">6068 4004 0</inkml:trace>
  <inkml:trace contextRef="#ctx0" brushRef="#br0" timeOffset="7766.89">6456 3228 0,'0'35'94,"0"89"-63,0-89-15,0 18 0,0 53-1,0-53 1,17-36 0,-17 54-1,0-36-15,0 0 31,0 1-15,0-1 0,0-17-1,18-18 17,17 0-1,36 0-16,-1 0 1,-17 0 0,0 0-1,36-36 1,-37 36 0,-16 0-1,17 0 16,0 0-15,-1-35-16,1 35 16,-17 0-1,17-35 1,-18 35 0,71 0-1,-71 0 1,18 0-1,0 0 1,-18 0 0,18 0-1,-18 0 1,-17 0 0,17-36-1,18 36 16,-18 0-15,-17 0 0,17 0 15,1 0-15,-19 0 15,-17-17-16,0-18 17,-35-1-1,35 1-15,-35 35-1,35-53 1,0 0-1,0-17 1,-18 34 0,18-87-1,0 70 1,0 18 0,0-1-1,0 1 1,0 17-1,-35 18 17,-1 0-1,36-35-15,-17 35 15,-18 0-16,-18 0 1,0 0 0,0 0-16,-35 0 15,-1 18 1,36-18 0,-35 0-1,35 0 1,-35 0-1,0 0 1,0 35 0,70-35-16,-35 0 15,-17 0 1,17 18 15,35-18-31,-105 0 78,70 0-31</inkml:trace>
  <inkml:trace contextRef="#ctx0" brushRef="#br0" timeOffset="9039.14">7532 3404 0,'17'0'63,"19"0"-47,17 0 15,0 0 0,-18 0 0,-18 0-15,72-35 0,-36 35-1,35 0 1,18 0-1,-71 0-15,53 0 16,-35 0 0,0 0-1,0 0 17,106-18-17,-107 18 1,1 0 15,18 0-15,-53 0-16,17 0 15,18 0 1,-36 0 0,19 0-1,-19 0-15,19 0 47</inkml:trace>
  <inkml:trace contextRef="#ctx0" brushRef="#br0" timeOffset="9497.24">8908 3316 0,'0'-18'47,"35"18"-1,-17 0-30,17 0 0,-18 36-1,-17-19 1,-35 19 62,-18-36-62,53-18 93</inkml:trace>
  <inkml:trace contextRef="#ctx0" brushRef="#br0" timeOffset="11747.13">9119 2981 0,'0'18'63,"0"17"-47,0 35-1,0-17 1,0 0-16,18 35 15,-18 1 1,0-1 0,0-35-1,0-18-15,0 0 16,0 18 0,18-17-1,17-19 32,0 18-31,-17-35-1,17 18 1,18-18-16,-35 0 16,70 0-1,-35 0 1,0 0-1,17 0 1,-52 0-16,17 0 16,-17 0-16,52 0 15,1 0 1,-18 35 0,35-35-1,71 36 1,-71-36 15,-18 0-15,1 0-1,-36 0 1,1 0 0,16 0-1,-34 0 1,17 0-1,-17 0 1,17 0 15,1-36 32,-36 1-32,0 17-15,0-17-1,0-35 1,0-19 0,0-16-1,0 52 1,0-36-1,0 37 1,0-1 0,-18-18-1,18 36 1,0 0 0,0 17-1,0-17 16,-35 35 1,35-36-17,-18 36 17,-70-17-17,0 17 1,-36 0-1,-35-36 1,-88 36 0,106 0-1,36 0 1,-1 0 0,18 0-1,35 0 1,-141 0 15,88 0-15,18 0-1,17 0 1,36-35 0,35 53 46,53-1-46</inkml:trace>
  <inkml:trace contextRef="#ctx0" brushRef="#br0" timeOffset="13190.34">10566 3440 0,'70'0'188,"-34"0"-173,140-36 17,0 36-1,-105 0-31,176 0 31,-36 18 0,-122-18-15,-36 0 0,-18 0-1,0 0 1</inkml:trace>
  <inkml:trace contextRef="#ctx0" brushRef="#br0" timeOffset="13553.26">11765 3404 0,'53'0'78,"-53"18"-47,35-18-15,-52 35 31,-19-35-32,19 18 1</inkml:trace>
  <inkml:trace contextRef="#ctx0" brushRef="#br0" timeOffset="16200.71">12083 3016 0,'0'88'94,"0"-52"-79,0 52 1,0 35-1,0 18 1,0-52 0,0-36-16,0 0 15,0-1 1,0-34 15,17-18 0,-17 35-15,36-35 15,-1 0-15,53 0 0,-35 0-1,0 0 1,0 0-1,-18 0-15,-17 0 16,123 0 0,-18 0-1,-35 0 1,-35 0-16,-35 0 16,17 0-16,18 0 15,0 0 1,18 0-1,-18 0 1,-36 0-16,19 0 16,52 0 15,-35 0-15,-36 0-1,19 0 16,-1 0-15,0 0 0,0 0-1,-17-17-15,17 17 32,-35-18 61,0-17-61,0-36-17,0 18 1,0 0-1,0-35 1,0 53 0,0 0-16,-17-18 15,17 0 1,0 0 0,0 0-1,0 0 1,0 35-1,0-17 1,0 0 0,0 17-1,0-17 17,-18 35-1,-17 0-16,-1 0 1,19 0 0,-89 0-1,71 0 1,-53 0 0,-54 0-1,54 0 1,-18 0-1,53 0 1,1 0 0,16 0-16,-17 0 15,36 0 17,-89 0-17,88 0 1,-35 0-16,-17 0 15,17 0 1,0 0 0,35 0-1,-17 0 1,17 0 0,-17 0-1,35-18 16,-35 18 32</inkml:trace>
  <inkml:trace contextRef="#ctx0" brushRef="#br0" timeOffset="17509.88">13406 3298 0,'52'0'32,"125"0"-1,-142-17-31,124 17 31,-124 0-15,18 0-1,0 0 1,-18 0-16,-17 17 16,35-17-1,0 36 1,-36-19 0,-17 36-16,36-53 15,-36 88 1,35-17-1,0-18 1,-35 53 0,18 53-1,17-54 17,-35 1-17,0-88 1,0 17-1</inkml:trace>
  <inkml:trace contextRef="#ctx0" brushRef="#br0" timeOffset="17873.9">14129 4145 0,'88'0'31,"-18"0"-15,36 0 0,71-35-1,-124 35 1,-36 0 0</inkml:trace>
  <inkml:trace contextRef="#ctx0" brushRef="#br0" timeOffset="18192.2">14235 4304 0,'0'0'16,"105"0"15,19-18-15,-36 18-1,-17 0 1,-36 0 15,-53 0 16,-17 0-47</inkml:trace>
  <inkml:trace contextRef="#ctx0" brushRef="#br0" timeOffset="25837.77">17586 2170 0,'-18'0'31,"-17"17"47,35 54-62,0 17 15,53-53-15,0-35-1,70 36 1,-70-72 15,-17-17-15,-36 0-1,0 18 1,-18-18 0,-35 0-1,18 36 1,-18 17-1,53-36-15,-35 36 16,17 18 0,-17-18-1,35 18 1,0 17 0,53 0-1,17-35 1,18 0 15,-35-17-31,0 17 16,0-89-1,-53 72-15,53-36 16,-53 18 0,35 52 77,0 124-61,-35-35-17,36 123 1,-36-52-1,0 34 17,0-122-17,0-72 1,0 36 0,0-88 15,0-53-16</inkml:trace>
  <inkml:trace contextRef="#ctx0" brushRef="#br0" timeOffset="26854.93">18115 2187 0,'35'-35'62,"18"35"-31,0 0-31,0 0 16,-18 18 0,-17 17-1,-18-18 1,0 19 0,0-1-1,-35-17 1,-18-18 15,35 0-15,18-36 31,53 36-1,0 0-30,18 0 0,-36-35-1,18 35-15,-53-18 16,17 18-16,-17-88 16,0 71-1,0-19 1,0 19 31,-35 34-16,35 89-15,18-18 15,35-52-16,-18-36 1,18 0 0,-18-53-1,0 0 1,-35 18 0,18 35-1,17 0 16,1 35 16,-19 53-31,-17-70 0,89 17-1,-72-35 1,36 0-1,-18 0 1</inkml:trace>
  <inkml:trace contextRef="#ctx0" brushRef="#br0" timeOffset="27371.22">19226 2275 0,'0'-17'31,"0"-19"-15,-35 19 15,-35 17-16,34 0 1,1 0 0,0 53-1,35-18 1,53 18 0,0-53-1,-1 0 1,-16-35-1,-36 17 17,17 18-17,19 35 48,-1-17-48,0-18 1,18 0-16</inkml:trace>
  <inkml:trace contextRef="#ctx0" brushRef="#br0" timeOffset="28652.83">19632 2117 0,'-18'0'15,"36"0"-15,-36 53 31,-17 17 1,53-17-17,-1-35 1,36-18 0,36 0 15,-72-71-16,-17 89 64,35 17-64,1-35 1,-1 18-1,18-18 1,0 0 0,-36 0-1,19-36 1,-36 19 0,0-19-1,-18-16 1,-35 16-1,0 19 1,-35 17 15,70 0-15,-17 35 15,35 18-15,18-18-1,17-35 1,71 0 0,-18-18-1,0-70 17,-88 53-17,36 0 1,-36-1-1,-18 36 64,18 106-48,0-53-16,35-53 1,-35 35-16,53-35 16,-18-17-1,1-36 1,-19 18 0,19-18-1,17 17 1,-18 36-1,-18 0 17,19 0-17,-1 53 1,-35-35 0,0 35-1,0-35 1,-18 17 15,-35-35-15,18 0-1,35-18-15</inkml:trace>
  <inkml:trace contextRef="#ctx0" brushRef="#br0" timeOffset="28936.1">19897 1693 0,'17'0'32,"107"-35"-17,-54 35 1,-70 35 15</inkml:trace>
  <inkml:trace contextRef="#ctx0" brushRef="#br0" timeOffset="29252.6">19685 2417 0,'0'0'16,"0"35"-1,0 0-15,0 53 31,-18-52-15</inkml:trace>
  <inkml:trace contextRef="#ctx0" brushRef="#br0" timeOffset="30585.75">21361 2046 0,'0'-18'63,"-89"-17"-48,1 35 16,35 18-15,36-1 0,17 19 15,0-19-15,70 54-1,1-36 1,-18-35-1,0 0 1,0-70 0,-53-19-1,0 1 1,0 18-16,0-71 16,0 70-1,-18 71 1,18-18-1,0 36 17,0 53-1,35 52-15,1 18-1,-36-106-15,35 71 16,-35-70-1</inkml:trace>
  <inkml:trace contextRef="#ctx0" brushRef="#br0" timeOffset="30968.63">21555 2187 0,'53'0'31,"35"-35"0,-53 0-31,18 35 16,-53-18 0,0-17-1,-18-1 1,-35 19-1,1 17 1,16 0-16,19 0 16,-19 0-1,36 106 1,36-53 0,-19-18-16,19-35 15,52 35 1,-35-35-1</inkml:trace>
  <inkml:trace contextRef="#ctx0" brushRef="#br0" timeOffset="31451.3">22366 2028 0,'0'0'0,"0"36"31,0-1-15,0 36 0,0-54-1,0 36-15,18-53 16,-18-35 15</inkml:trace>
  <inkml:trace contextRef="#ctx0" brushRef="#br0" timeOffset="31601.95">22401 1852 0,'0'0'0,"36"0"31</inkml:trace>
  <inkml:trace contextRef="#ctx0" brushRef="#br0" timeOffset="32018.3">22578 2205 0,'0'70'16,"0"-34"0,0-89 46,17-53-46,-17 88-1,53-35 1,-17 53 15,17 18-15,-18 88 0,0-53-1,-35-18 1,0 0-1,18-35 17,17-53-17</inkml:trace>
  <inkml:trace contextRef="#ctx0" brushRef="#br0" timeOffset="32290.7">23107 2064 0,'0'0'0,"35"0"31,-35 17-15,0 54-1,0 17 1,0-53 0,0 1 31</inkml:trace>
  <inkml:trace contextRef="#ctx0" brushRef="#br0" timeOffset="32534.68">23195 1834 0,'0'0'0,"35"-52"16,1-1-1,-1 17 1,-17 36 15</inkml:trace>
  <inkml:trace contextRef="#ctx0" brushRef="#br0" timeOffset="33117.17">23566 2028 0,'-36'36'47,"36"17"-31,0-18-1,0 35 1,36-17-1,-1-35 1,18-18 0,-18 0-1,-17 0-15,35-35 16,-18-36 0,-35 36-1,17 35 1,19 0 31,-1 88-16,0-35 0,-35-18-15,0-105 15</inkml:trace>
  <inkml:trace contextRef="#ctx0" brushRef="#br0" timeOffset="33292.12">23971 1887 0,'0'36'47</inkml:trace>
  <inkml:trace contextRef="#ctx0" brushRef="#br0" timeOffset="33636.83">24095 2240 0,'70'35'32,"-140"-70"-32,193 106 15,-70-71 1,-35 0-1,35-18 1,-36-70 0,19 53-1,-36-18 17,0 17-17,-18 36 1,-141-35-1,89 70 1,34 1 0,19 17-1</inkml:trace>
  <inkml:trace contextRef="#ctx0" brushRef="#br0" timeOffset="35449.99">25488 1693 0,'-35'0'16,"35"36"0,18-54 124,17-35-108,18 18-1,-36 35 0,19 0 0,-1 0-15,-35 17 0,0 36 15,18-17-16,-18-19 17,35-17 30,-35-35-46</inkml:trace>
  <inkml:trace contextRef="#ctx0" brushRef="#br0" timeOffset="36248.83">26106 1729 0,'0'-18'31,"0"0"-15,0-17-1,17 0 1,18 35 0,1-36-1,-19 36 17,19 53-1,-1-35-16,0 17 1,-35 1 0,18-19-1,-18 19 1,35-36 62,-35-18-62</inkml:trace>
  <inkml:trace contextRef="#ctx0" brushRef="#br0" timeOffset="37506.74">25717 2081 0,'0'18'79,"0"0"-64,0 17 16,0-17-31,36 70 32,-1-18-17,-17-17 1,35-35 0,0-18-1,-1 35 1,-16-35-16,17 0 31,-18 0-15,0 0-1,-17-17 1,17-1 0,0-17-1,-17-1 16,17-17-15,-35 0 0,0 1-1,0 34 1,36-17 0,-36 17-1,-18 18 313</inkml:trace>
  <inkml:trace contextRef="#ctx0" brushRef="#br0" timeOffset="40912.99">17692 4427 0,'0'18'47,"-35"0"-16,35 17-16,-18 0 1,18 53 15,0-52-31,53-36 16,35 0 0,-17-36-1,-36-17 1,18-17 15,-53-18-15,-18 35-1,-35 35 1,18 18-16,-71 0 31,88 0-15,18 35 31,0 18-32,53-53 1,0 0 0,53-17-1,0-36 1,-71 18-1,0-1 17,-35 1-17,36 35 48,-36 18-48,70 70 17,-70 0-17,36 35 1,-36 89 0,0-88-16,0-1 15,0 53 1,0-105 15,0-36 0,0-88-15,0-35 0</inkml:trace>
  <inkml:trace contextRef="#ctx0" brushRef="#br0" timeOffset="41895.43">18239 4463 0,'0'0'0,"17"0"32,19 0-1,-19 0-15,36 0-16,0 0 15,-18 17 1,-35 19-1,0-1 1,0 0 0,0-17-1,-53-18 1,18 0 0,17 0-1,71 0 63,88-36-46,-70-16-1,-71 16-16,0 19 1,-18 17 15,1 0 16,17 70 0,88-17 0,-35-53-16,17 0-31,-34-106 16,-1 106-1,-35-17-15,35 17 16,-17-36 0,17 36 15,-35 36-15,0-1-1,35 0 1,-17-35-1,17 18 17,1-18-17,-19-18 1</inkml:trace>
  <inkml:trace contextRef="#ctx0" brushRef="#br0" timeOffset="42378.78">19315 4427 0,'0'0'0,"-36"-35"46,1 35-30,-18 35 15,18 1-15,35 17 0,0-18-1,53-35 1,17 0-1,-17-35 1,-35-1 0,-18 54 46,35 0-46,36 17 31,-1-35-47</inkml:trace>
  <inkml:trace contextRef="#ctx0" brushRef="#br0" timeOffset="43578.37">19826 4392 0,'0'0'0,"-53"-35"31,0 70 0,53 18-15,0 0-1,18-35 1,35-18 0,0 0-1,53-18 1,-89-17-1,-17 70 79,53-35-63,0 35-31,-35-35 16,52 0 0,-17-17-1,-18-19 1,1 19 0,-36-36-16,0 17 15,-18 19 1,-35 17-1,0 0 1,0 0 0,36 0-1,-19 17 1,36 36 0,18-35 15,70-18-16,-35 0 1,0 0 15,-18 0-31,1 0 16,-1-53 0,0 18-1,-52 35 48,17 17-48,0 1 1,0 17 0,17-35-16,18 18 15,1-18 1,34 0-1,-17-35 1,-18 35 0,1-36-1,-1 1 1,0 53 31,-35 17-32,18-17 1,-18 17 0,-53-35 46,18-18-46</inkml:trace>
  <inkml:trace contextRef="#ctx0" brushRef="#br0" timeOffset="43828.37">20214 3969 0,'0'0'0,"35"-36"31,71 36-15,-70 0-1,-19 0 1</inkml:trace>
  <inkml:trace contextRef="#ctx0" brushRef="#br0" timeOffset="44260.87">19826 4604 0,'0'0'0,"18"53"16,-18-36-1,0 36 1,0-35 0,-53 35-1</inkml:trace>
  <inkml:trace contextRef="#ctx0" brushRef="#br0" timeOffset="45879.24">21696 4357 0,'-35'0'16,"70"0"-16,-123 17 31,88 1-31,-36 17 31,36 36 1,89-36 15,16-123-16,-69 17-16,-36 1 1,0-71 0,0 88-1,0 18 1,0 52 46,35 107-30,-17-18-17,17-54 1,0-34 0,18 35-1,-18-53 1,18 0-1,-53-18 1,18 1 0,-18-36-1,0 35 1,-35 18 0,35 71 15,0-1-16,17-34 1,54-1 0,-36-35-1</inkml:trace>
  <inkml:trace contextRef="#ctx0" brushRef="#br0" timeOffset="46693.77">23389 3792 0,'0'0'0,"-17"-17"16,-19 17 15,19 0-15,-19 0 0,1 35-1,17 18 1,18 70-1,0-70-15,0 18 16,0 193 0,36-158-16,-36-35 15,35 52 1,0 18 0,-35-17-1,0-71 1,-70-18-1,-1 18 1,53-18 0,-34-35-1,16 0-15,19-53 32,17-17-17,0 17-15</inkml:trace>
  <inkml:trace contextRef="#ctx0" brushRef="#br0" timeOffset="47664.33">23336 4463 0,'0'0'0,"71"-71"31,35 36 1,-106 17-17,35 18 1,-35 35 31,0 36-32,35-18 1,-17-18 15,35-35-15,-53-35-16,53-18 15,-36 18 1,19-1 0,-19 36-1,18 0 32,-35 18-31,0 0-1,36 17 1,-36-17 0,17-18 31,19 0-32,-1-53 1,18 17-1,-35 36 1,17 0 0,0 18 31,-35 0-32,18-18 32,17 0-31,18-18-1,-18-17 1,0 35 0,-17 0-1,17 17 1,-35 19-1,36-36-15,-36 35 16,-36-70 47</inkml:trace>
  <inkml:trace contextRef="#ctx0" brushRef="#br0" timeOffset="47940.76">23848 4039 0,'0'0'0</inkml:trace>
  <inkml:trace contextRef="#ctx0" brushRef="#br0" timeOffset="51823.25">25629 3775 0,'18'-106'125,"17"106"-109,0-71 0,18 71 15,0 0 0,-17 36 0,-36-1-15,17-17 0,-17 17-1,36-53 95</inkml:trace>
  <inkml:trace contextRef="#ctx0" brushRef="#br0" timeOffset="52523.49">26264 3722 0,'0'-35'78,"0"-18"-62,18 35-1,17-17 1,18 35 0,-35 0-1,17 0 1,-17 0-1,-18 17-15,35 1 16,0 17 0,-17 1 15,-18-1-15,0 0-16,0-17 46,35-18 1</inkml:trace>
  <inkml:trace contextRef="#ctx0" brushRef="#br0" timeOffset="53633.51">25806 4480 0,'17'-17'94,"19"-19"-79,-36-17-15,53-52 47,-1 16-15,-16 89-32,-1-17 31,-17 17-16,17 0 1,-17 0 0,17 0-16,0 0 31,-17 0-15,-18 35-1,35 0 1,-35-17-16,35 53 31,1-36-15,-36-18-1,0 19 1,0-19 0,0 19-1,0-1 1,0-17 15,17-18 16</inkml:trace>
  <inkml:trace contextRef="#ctx0" brushRef="#br0" timeOffset="63145.85">4621 5186 0,'0'70'78,"0"36"-63,36-71 1,-1 54 15,-35-54-31,88 88 32,0-70-17,-35-17 1,35-36-1,-52 0-15,70 0 16,-1 0 0,19 0-1,17 0 17,-53 35-17,-35-35-15,71 0 16,-1 0-1,0 0 1,36 0 0,71 0-1,-89 0 1,0 0 0,18 0-1,-107 0-15,19 0 16,194 0-1,-71 0 1,-18 0 0,0 0-1,36 0 17,-106 0-17,-18 0 1,36 0-1,-19 0 1,-52 0-16,18 18 16,35 17-1,-18-35 1,0 35 0,36 18-1,-36 53 16,-18-18-15,-70-35 0,36-18-16,-36 18 15,0-70 110,0-19-109</inkml:trace>
  <inkml:trace contextRef="#ctx0" brushRef="#br0" timeOffset="64820.01">9119 6279 0,'36'-52'141,"-1"-19"-126,35-17 17,-52-18-17,17 53 1,1-18-1,34 54 1,-17-36 0,53 18-1,-36 35 1,19 0 15,-1-36-15,-53 36-16,18 0 15,88-35 1,-53 35 0,53 0-1,-70 0-15,-18 0 16,17 0-16,72 0 16,-19 0-1,18 0 1,-17 0-1,17 0 1,0 0 0,-18 0-1,1 0 1,87 18 15,-87 17-15,-1-35-1,54 0 1,-36 35 0,-71-35-16,1 36 15,105-1 1,-34 0 0,-19-35-1,-52 35-15,-1-35 16,107 36-1,-54-36 1,-52 0 0,34-18-1,-34 18 1,-36 0-16,71-35 31,18 35-15,-1-36-1,18 19 1,-70-18 0,-54-18-1,36 35 1,0-35 0,-18 53-16,-35-53 15,36 36 1,-1-19-1,-35 1 17,-71 53 30,18-18-46,1 0-16</inkml:trace>
  <inkml:trace contextRef="#ctx0" brushRef="#br0" timeOffset="66482.19">6085 7691 0,'0'-18'31,"36"18"-15,-36 70 46,35 107-31,-35-89-31,0 265 16,0-230 0,0 36-1,0-71 1,0-52-16,0-19 31,18-70 0,-18-53-15</inkml:trace>
  <inkml:trace contextRef="#ctx0" brushRef="#br0" timeOffset="67115.72">6138 8026 0,'-35'-71'16,"106"36"15,-18 17-15,-1-17-1,19 35 1,-36 0-1,1 88 1,-1-35 0,-35-18-1,-18 1 1,1-1 0,-19-35-1,36-18 32,18-70-31,17 53-16,18-1 15,0 1 1,18-18 0,-19 18-1,-34 35 1,-18 18-1,35-1 1,-35 19 0,0-1-16,36 0 15,-19 36 17,-17-107 30,0-17-62</inkml:trace>
  <inkml:trace contextRef="#ctx0" brushRef="#br0" timeOffset="67241.99">6773 7691 0,'0'-18'32</inkml:trace>
  <inkml:trace contextRef="#ctx0" brushRef="#br0" timeOffset="67617.11">7038 7214 0,'0'0'0,"0"71"78,35 158-62,-35-52-1,0 69 17,35-157-17,-35-107 32,0-105-31,0 70-16</inkml:trace>
  <inkml:trace contextRef="#ctx0" brushRef="#br0" timeOffset="68198.44">7232 7267 0,'0'0'16,"0"53"31,35 35-16,-35 1-16,0 105 1,0-71 0,0-52-1,18-36 1,-18-53 15,0-35-15,35 0-1,-35 18 1,35-35 0,1 70-1,-19-36 1,19 36 15,-1 0 0,-17 18-15,17 70 0,-35-53-1,35 36 1,-35-36 15,35-35-15</inkml:trace>
  <inkml:trace contextRef="#ctx0" brushRef="#br0" timeOffset="68765.03">8061 7761 0,'0'0'0,"0"-18"31,0-52-15,0 52-1,-106 18 1,53 0 0,0 18-1,53 0-15,-17 70 16,17-18 0,0-17-1,70-53 16,-17 0-15,-35-35 0,17 0-1,0 35 32,-17 53-31,35-53-1,17 35 1,1-53 0,-71 1-1</inkml:trace>
  <inkml:trace contextRef="#ctx0" brushRef="#br0" timeOffset="69800.07">9772 7338 0,'-18'0'16,"-17"17"15,-18 19-15,0 17 0,36 35-1,17 18 1,0-1-1,35-34 1,71-18 0,-53-53-16,35 0 15,-35 0 1,0-53 0,-18-18-1,-35 54 1,0-36-16,0-18 31,-18 18-15,-17 18-1,17 0 1,-70 0 0,18-1-1,17 36 1,0 18-1,17 70 1,1-35 0,35 18-1,0-54 1,35 19 0,1-36-16</inkml:trace>
  <inkml:trace contextRef="#ctx0" brushRef="#br0" timeOffset="70198.35">10283 7461 0,'0'53'47,"0"141"-16,0-176-15,18 52-1,-18-52 1,35-18 31</inkml:trace>
  <inkml:trace contextRef="#ctx0" brushRef="#br0" timeOffset="70729.22">10601 7320 0,'0'18'47,"-35"35"-32,-18-18 1,-88 88 0,88-87-1,17-36 1,72 0 62,-1 0-62,-35 17-16,123 89 31,-17-18 0,-106-52-15,89-1-1,-54-35 1,0 0 0,0 0-1,-52-18 16</inkml:trace>
  <inkml:trace contextRef="#ctx0" brushRef="#br0" timeOffset="73079.16">7391 9066 0,'35'0'125,"106"0"-94,106 0 1,-124 0-1,-123-35 94</inkml:trace>
  <inkml:trace contextRef="#ctx0" brushRef="#br0" timeOffset="73577.72">8008 8855 0,'0'0'0,"0"17"32,0 1 14,18-18-46,-1 35 16,72 36 15,-54-36-15,0 0 0,-35 18-1,0-17 1,-35-36-16,0 35 15,-18-18 1,17 19 0,36-1 15,36-53 16</inkml:trace>
  <inkml:trace contextRef="#ctx0" brushRef="#br0" timeOffset="74078.23">8714 8978 0,'0'53'94,"0"18"-79,53-18 17,70-71-1,-123 0-15,35-70-1,-35 70 1,-17-87-1,-72 69 1,19 36 0,52 36-1,-35 52 1,18-71 0,35 89-1,53-106 1</inkml:trace>
  <inkml:trace contextRef="#ctx0" brushRef="#br0" timeOffset="74428.25">9155 8890 0,'17'88'79,"-17"18"-64,0-53 1,0 176-1,0-158-15,0-18 16,0 35 0,0-70 15,35-18-15,-35-71-16</inkml:trace>
  <inkml:trace contextRef="#ctx0" brushRef="#br0" timeOffset="74793.74">9137 8996 0,'0'0'16,"0"-18"-1,18-17 1,70 0-1,-35 35 1,-18 0 0,-35 17 15,0 19-15,0 16-1,0-16 1,-18-1-1,-17-35 1,0 0 15,52 0 1</inkml:trace>
  <inkml:trace contextRef="#ctx0" brushRef="#br0" timeOffset="75276.78">9560 9049 0,'71'-36'47,"-54"-16"-32,-17 16 1,0 19-1,-35 17 17,18 0-1,17 17 0,-36 36-15,36 18-1,36-18 1,16-18 0,-16-35-1,17-18 1</inkml:trace>
  <inkml:trace contextRef="#ctx0" brushRef="#br0" timeOffset="75629.25">9860 9049 0,'0'35'47,"0"-17"-16,18-195 63,17 142-78,18 35 15,-18 0-15,18 0-1</inkml:trace>
  <inkml:trace contextRef="#ctx0" brushRef="#br0" timeOffset="76059.75">10336 8908 0,'-35'0'15,"70"0"-15,-88 0 16,53-18 0,-88 18-1,53 18 1,0 35-1,35-18 1,35 53 0,18-88 15,-18 0-15,18-35-1,-53-1-15,18 36 16,-18 18 31,35-18-32,-35 18-15,53-18 16,17 0 0</inkml:trace>
  <inkml:trace contextRef="#ctx0" brushRef="#br0" timeOffset="77209.27">10742 8855 0,'0'0'0,"-35"0"16,17 0-16,18 35 16,0 18-1,0-18 1,18 0 0,35 1-1,-18-36-15,18 0 16,0-18-1,-36-17 1,-17 52 78,71 19-63,17-36-15,-35-18-1,-18-17 1,-35-18 0,0 35-1,-17-17 1,-36 0-1,0 35 1,-18 17 0,18 19 15,53-1-15,-35-17-1,35 17 1,71 0-1,-18-35 1,0 0 0,-1 0-1,37-18 1,-72-34 0,-17 16-1,36 1 1,-36 0-1,-18 35 17,18 17 15,0 19-32,0-19 1,18-17-1,-1 0 1,36 0 0,0 0-16,-18 0 15,36-35 1,-36 0 0,0 35-1,71 0 1,-106 17-1,18-17 1,-18 18 0,0 17-1,0-17 17,-35-18-17,-1 0 1,1-35-16</inkml:trace>
  <inkml:trace contextRef="#ctx0" brushRef="#br0" timeOffset="77442.47">11024 8502 0,'0'0'0,"106"-71"47,-18 71-15,-105 0-17</inkml:trace>
  <inkml:trace contextRef="#ctx0" brushRef="#br0" timeOffset="77759.34">10813 9119 0,'0'53'15,"0"-106"-15,0 159 16,0-71-1,-18-17 17,0-18-32</inkml:trace>
  <inkml:trace contextRef="#ctx0" brushRef="#br0" timeOffset="79424.53">12506 8767 0,'71'0'79,"-54"-18"-48,-17 36 16,35 105-16,-35-52-15,0-36-1,0 0 1,36-53 15,-36-34-15,35-1-1,-35 0 1,18 53 0,17-36-1,-17 36 1,17 0-1,0 0 1,-17 36 0,-18 17-1,35 0 1,0-1 0,1-52-16,16 0 31,-34 0-16,-18-52 1,0-19 0,0 36-16,0 52 47,0 36-16,35 0-16,18-35 1,18-18 0,-36 0-1,18 0 1,-35-88 0,-18 17-1,0 36 1,-36 0-1,1 35 1,-18 0-16,0 17 16,0 36-1,53 0 1,-35-18 0</inkml:trace>
  <inkml:trace contextRef="#ctx0" brushRef="#br0" timeOffset="80674.87">13864 8978 0,'35'-53'47,"36"-70"-16,-71 70-16,0 18 1,0 88 62,0 17-47,35-35-15,1 1 0,-19-36-1,36 0 1,0-18 0,-53-17-16,18-18 15,17-18 1,0 36-1,0 35 17,-17 18-17,17 35 1,-35-18 0,36 18 15,-36-18-16,53-70 32,-18-36-31,-17 18 0,34 18-1,-16 35 1,-19 0-1,-17 18 1,36 35 0,-36-18-1,53 0 1,17 0 15,-17-35-15,-18-17-1,1-19 1,-1-52 0,-35 71-16,0-36 15,0 106 63,35 0-62,-17-1 0,-18-34-1,35-18-15,0-35 32</inkml:trace>
  <inkml:trace contextRef="#ctx0" brushRef="#br0" timeOffset="80890.5">15011 8449 0,'0'0'16,"0"-106"-1,70 36 1,-17 17-1,0-18 1,-53 18 0,-35 53-1</inkml:trace>
  <inkml:trace contextRef="#ctx0" brushRef="#br0" timeOffset="81218.53">14199 8467 0</inkml:trace>
  <inkml:trace contextRef="#ctx0" brushRef="#br0" timeOffset="81664">15011 8608 0,'-18'0'16,"36"0"-16,-54 0 94</inkml:trace>
  <inkml:trace contextRef="#ctx0" brushRef="#br0" timeOffset="82923.28">15452 8643 0,'-18'0'32,"-17"0"-17,-1 0 1,19 18 0,-18 17-1,35 0 16,0 18-15,35 0 0,35-18-1,1-35 1,-36 0-16,-17 0 16,70-70-1,-53 17 1,-35 35-1,36 89 95,-19-1-79,19-70-15,-19 0-1,36 0-15,18-53 32,-71 1-17,0 16 1,0 1-1,0 53 64,0-1-64,35 54 16,0-54-15,18 19 0,35-36-1,-17-18 1,-18-35 0,-53 0-1,0-35 1,0 53-16,-36-1 15,-34 1 1,17 35 0,18 35-1,-53 71 1,88-70 0</inkml:trace>
  <inkml:trace contextRef="#ctx0" brushRef="#br0" timeOffset="83156.84">15699 8361 0,'0'-35'15,"0"-1"1</inkml:trace>
  <inkml:trace contextRef="#ctx0" brushRef="#br1" timeOffset="97997.42">5186 11889 0,'17'0'171,"19"0"-139,-19 0-17,54 0 17,-18 35-17,-18 0 16,-17-17 1,17 17-17,0-35 1,-17 35 0,35-35-1,-53 18 1,18-18-16,17 35 15,18 1 17,0-36-17,-18 17 1,0 18 0,0-35-1,-17 36 16,17-19 1,1-17-17,17 36 17,-18-1-17,-18-35 1,-17 35-1,36-35 1,-1 0 0,-35 18-16,18-18 15,17 0 1,-17 35 0,17-35-1,0 0 32,-35 18-31,18-18-1,-18-53 110,0 18-93,35 35 77,18 17-93,-35 1-1,35-18 1,-18 35-16,-18-35 31,-52 35 32,-53 1-32,35-36 0,18 0-15,35-18 31,0-17-32,17 35 16,1 0 1</inkml:trace>
  <inkml:trace contextRef="#ctx0" brushRef="#br1" timeOffset="99290.81">6209 12347 0,'0'35'31,"0"-17"-15,0 35-1,0 35 1,0-17 0,-35 140-1,-1-87 1,36-36 0,0-17-1,0-36 16,0-70 32,18-36-47,-18-35-1,0 18 1,0 18-1,0 17 1,0 0 0,0 17-1,0 19 32,35-18 31,-17-1-31,17 36-31,0 0 62</inkml:trace>
  <inkml:trace contextRef="#ctx0" brushRef="#br1" timeOffset="100868.7">6297 12524 0,'53'0'78,"35"0"-47,159 17 1,-53-17-17,-70 0 1,-19 36-1,-16-36 1,16 35 0,-69-35-16,70 0 15,-36 0 1,-17 0 0,-18 0-1,-17 0 1,17 0-1,18 0 17,0 0-17,-35 0-15,52 17 16,-34-17 0,-36 36-1,0 17 32,0-18-31,0-17-1,0 17 1,0 35 0,0 1-1,0-18 1,0 17 15,-36-17-15,36 36-1,-35-54 1,35 0 0,0 0-1,-35-17 1,-1 17 15,19-35-15,-36 36-1,18-36 1,17 0 0,-17 0-1,-1 0 1,1 0-16,0-18 15,-18 18 1,0-18 0,-18 18-1,19 0 1,-19 0 0,36-35-16,-18 35 15,0 0 1,-18-35-1,36 35 1,-18 0 0,-17-36-1,-1 1 1,36 35 0,-18 0-1,0-35 1,18 35 15,17 0-15,-35 0-1,0-18 1,18 18 0,-18-35-1,18 35 1,17 0-1,-17 0 17</inkml:trace>
  <inkml:trace contextRef="#ctx0" brushRef="#br1" timeOffset="102155.8">7814 12823 0,'35'0'79,"89"0"-48,35 0 0,70 0-15,-88 0-1,0 0 1,-70 0 0,-36 36-1,18-36-15,-36 0 31,-17-18 32</inkml:trace>
  <inkml:trace contextRef="#ctx0" brushRef="#br1" timeOffset="102609.42">8819 12788 0,'53'0'46,"18"0"-14,-53 71 15,-18-54-32,-53-17 16,17 0-15,19 0 0,34 0 31,1-35-1,-18 0-46</inkml:trace>
  <inkml:trace contextRef="#ctx0" brushRef="#br1" timeOffset="104677.1">9243 12524 0,'0'88'94,"0"53"-78,0-88-1,0 141 16,17-124 1,1-34-17,17-36 1,1 0 0,-19 0-1,36 0 1,-35 0-16,52 0 15,-17 0 1,18 35 15,35-35-15,-18 0 0,-35 0-16,35 0 15,0 0 1,18 0-1,-18 0 1,-35 35-16,53-35 16,35 0-1,-53 0 1,0 18 0,-35-18-1,-17 0 1,-1 0-1,0 0 1,-35-35 31,0 17-31,0-17-1,0-18 1,0 17-1,0-69 1,0 52 0,0 17-1,0-16-15,18-37 32,-18 19-17,35 17 1,-35 35-1,0-17 17,-18 35 46,-52 0-63,17 0 1,-18 0 0,19 0-16,-1 0 15,-124 0 1,71 0 0,18-35-1,18 35 1,-71 0-1,52-18 1,-34 18 15,17 0-15,0-35 0,89 35-16,-19 0 15,19 0 1,-19 0 62,1 0-62,17 0-1,-17 0 32,18 0-16</inkml:trace>
  <inkml:trace contextRef="#ctx0" brushRef="#br1" timeOffset="105635.96">10654 12806 0,'18'0'79,"52"0"-48,-35 0-31,18 0 15,-17 0-15,105 0 16,0 0 0,0 0-1,-18 0 1,18 0 0,-70 0-1</inkml:trace>
  <inkml:trace contextRef="#ctx0" brushRef="#br1" timeOffset="106193.42">11712 12718 0,'35'0'16,"1"0"-1,17 0 1,-18 17 0,-17 1 15,-54 17 16,1-35-32,17 0 17,-17 0-1,35-17-16,18-1 1,17-17 0,-35-1 31,-18 36-32</inkml:trace>
  <inkml:trace contextRef="#ctx0" brushRef="#br1" timeOffset="107800.27">12083 12418 0,'0'17'31,"0"19"1,35 17-17,-35-18 1,0 35-1,0 1 1,0 35 0,0 17-1,0-105 1,18 35 0,-18-36-1,35-17 16,0 0-15,-17 36 0,52-36 15,-34 0-31,-1 0 0,35 0 31,36 0-15,-18 0-1,54 35 1,-37-35 0,36 35-1,-105-35 1,105 0 0,0 36-1,-53-36 1,18 0-1,-35 0 1,-19 0 0,-16 0-1,-19 0 17,-17-18-17,36 18 1,-36-35 15,0 17 0,0-17-15,0-18 0,0 0-1,0-18 1,0-34-1,0 69-15,0 1 16,0-53 0,0 53-1,0-18 17,0 0-17,-18 35 1,18-17 15,-35 35-15,-1 0-1,-16 0 1,-19-36 0,18 36-1,-35 0 1,0 0-1,-53 0 1,-36 0 0,-246-35 15,-71-18 0,423 18-15,36 35-1</inkml:trace>
  <inkml:trace contextRef="#ctx0" brushRef="#br1" timeOffset="109475.35">13494 12735 0,'35'0'31,"-17"0"16,87 0-16,107 0 16,-18-17-32,-53-19 1,-35 1 0,-53 35-1,-35 0 1,52 0 15,-52 18-15,35 35-1,-18 0 1,0 35 0,-35-53-1,0 18 1,0-35 15,0 17-15</inkml:trace>
  <inkml:trace contextRef="#ctx0" brushRef="#br1" timeOffset="109774.65">14499 13123 0,'0'0'0,"71"0"16,-18-17-16,123 17 31,-141 0 0,1 0-15,-72 0 15</inkml:trace>
  <inkml:trace contextRef="#ctx0" brushRef="#br1" timeOffset="110057.33">14517 13264 0,'106'0'31,"70"-17"-15,-105 17-1,-54 0 1,18 0 0,-52 0 31</inkml:trace>
  <inkml:trace contextRef="#ctx0" brushRef="#br1" timeOffset="113672.23">4410 12647 0,'0'18'78,"0"88"-47,0 123 0,-36-70-15,36-106-16,0 17 16,-35 124-1,35-141 1,0-35-1,0-71 48,0 17-63</inkml:trace>
  <inkml:trace contextRef="#ctx0" brushRef="#br1" timeOffset="115272.1">4339 12894 0,'35'-18'15,"-17"18"1,17 0-1,1-35 1,-19 35 0,19 0-1,-36 18 1,0 70 0,0-53-1,0 0 16,0 1-15,-18-36 0,36-18 46,17-17-46,18 0-1,-18-18 1,-35 0 0,0 35-1,18 18 63,17 0-46,-17 0-1,-18 35-15,0-17-1,0 17 1,0 1-1,35-19 1,0-17 0,-17 0-1,17 0 1,0-17 0,-17-36-1,-18 0-15,0 35 47,0 89 31,35 17-31,36-141-16,-54 18 1,54 17-1,-53 18-16,-18 35 32,0 1-31,0-1 0,35-35 15,0-35 16,0-18-32,-17 35-15,17 18 32,1 0-1,-36 53 0,0 0-15,0-36-1,53-17 32,-36-52-31,71-1-1,-35 0 1,-35 53 0,17 17 15,1 36-15,-36-35-1,17-18 1,-34 0 46</inkml:trace>
  <inkml:trace contextRef="#ctx0" brushRef="#br1" timeOffset="115597.54">5080 12382 0</inkml:trace>
  <inkml:trace contextRef="#ctx0" brushRef="#br1" timeOffset="117636.81">14570 11324 0,'-36'0'141,"-34"35"-126,-18-17 17,-36 70-17,18-52 1,-17 52 0,17-35-1,-17 52 1,17-52-1,35 18 1,1-18 15,-1 0-15,71-36 15,-35-17 0,35 36-15,0-72 15</inkml:trace>
  <inkml:trace contextRef="#ctx0" brushRef="#br1" timeOffset="118211.48">13494 11871 0,'-18'0'31,"-17"18"16,-18 52-31,18-17-1,-1 0 1,36-18 0,18-35 62,17 0-63,89 0 17,-107-17-17,-17-19 32,-17 19-31,-19-19-1,1 36 1,18-35 0,17 18 62,35 17-78</inkml:trace>
  <inkml:trace contextRef="#ctx0" brushRef="#br1" timeOffset="119802.52">14376 12100 0,'0'0'0,"70"0"47,-17-88-16,-53 0 0,0 123 63,0 0-78,35 54-1,54-89 32,-19-89-16,-70 37-15,0 34 15,0 53 32,0-17-48,0 17-15,35-35 16,36 88 0,0-88-1,-19 0 1,1-17 0,36-89-1,-54 0 1,-35 35-1,0-34 1,0 16 0,0 36 15,-18 53-15,1 0-1,17 18 1,-36-18-16,36 71 15,0-18 1,0 35 0,18 0-1,35 0 1,35-35 0,-17-18-1,-18-35 1,-1 0-1,37-70 17,-19-54-1,-70 18-15,0 54-16,0-37 15,0 19-15,0-1 16,0 36-1,0 0 1,0 52 15,0 72-15,0 34 0,0 0-1,0 54 1,53-1-1,-35-140 1,-18-19 15,35-17-15,0-17 0</inkml:trace>
  <inkml:trace contextRef="#ctx0" brushRef="#br1" timeOffset="120152.56">15416 11747 0,'18'-35'16,"35"35"0,53 0-1,17-35 1,-70 35-16,-18 0 15,-17 0 1,-36 0 15,-52 0-15</inkml:trace>
  <inkml:trace contextRef="#ctx0" brushRef="#br1" timeOffset="126948.06">5733 14411 0,'0'35'110,"53"106"-79,-53-105-31,35-36 15,35 88 1,124-53 15,-52 0-15,-19-35 0,-35 0 15,0-17-16,53 17 1,-88 0 0,106 0-1,-18-36 1,18 36 0,17 0-1,89 0 1,-71 0-1,-18 0 1,1 0 0,34 0-1,-69 0 1,52 0 0,-18 36 15,36-36-16,-107 35-15,72-35 16,52 35 0,-70-35-1,-36 36 1,54-1 0,-107-35-1,-17 35 1,-17 18-1,-1-53-15,-35 18 16,35 35 0,-35-36-1,0 19 1,0-1 15,35-53 47,-35-17-46,53-18-17,-17 18 1,-1 17-1,53 18 1,0-35 0,18 35-1,-18 0 1,53 0 0,-52 0 15,-37 17-31,1-17 15,53 0 1,35 36 0,89-1-1,-54-35 1,0 35 0,-52-35-1,52 0 1,-70 36-1,-18-36 1,1 0 0,16 0-1,-69 0-15,34-18 16,-17 18 0,18 0-1,17-35 16,-18 35-15,1-36 0,-18 36-1,17 0 1,-17 0 0,106-35-1,-71 35 1,0-18-1,1 18 1,-1-35 0,-35 0-1,0 35 1,0 0 0,-53-35 15,35 35-16,-88 0 79,0-36-94</inkml:trace>
  <inkml:trace contextRef="#ctx0" brushRef="#br1" timeOffset="129046.79">8008 15910 0,'-18'-17'78,"-17"17"-63,-88-18 1,34 18 0,54 0-1,0 35 1,0 1 15,35 52-15,0 35-1,0 1 1,0 87 0,-36 160-1,36-265 1,0-53-1,0-71 48,0-53-63</inkml:trace>
  <inkml:trace contextRef="#ctx0" brushRef="#br1" timeOffset="129413.08">7532 16704 0,'35'-18'16,"36"-35"-1,17 53 1,35-35-1,-87 35-15,16 0 16,1 18 0,-53 35-1,0-18 1,0 18 0,36 17-1,-36-34 1,35-1 15,-35-106 16</inkml:trace>
  <inkml:trace contextRef="#ctx0" brushRef="#br1" timeOffset="129547.11">8061 16492 0,'0'0'0</inkml:trace>
  <inkml:trace contextRef="#ctx0" brushRef="#br1" timeOffset="129963.01">8696 15963 0,'-18'0'16,"18"53"15,53 176-16,-53-52 17,0 17-17,-17-35 1,17-1 0,0-122-16,0-1 15,17-17 1,36-36-1</inkml:trace>
  <inkml:trace contextRef="#ctx0" brushRef="#br1" timeOffset="130513.55">9243 16792 0,'0'-88'47,"-36"53"-31,-69 35 15,69 17-15,1 72-1,35-72 1,18-17 15,35 0-15,-18 0-1,-17 0 1,17 0 15,88 53-15,-70-53-1,0 0 1,0 0 0,-53-18-16</inkml:trace>
  <inkml:trace contextRef="#ctx0" brushRef="#br1" timeOffset="131762.57">10689 16316 0,'0'0'15,"-35"35"17,17 1-17,18 34 1,0 18 0,0 0-1,0-52 1,106 52-1,-18-88 1,0 0 0,18-53-1,-53-18 1,-18-34 0,-35 52-1,-17-18 16,17 36-31,-177-53 32,125 88-17,-37 0 1,72 0 0,-19 17-1,-52 107 1,88-71-1,53 0 1,35 0 0,1-53-1</inkml:trace>
  <inkml:trace contextRef="#ctx0" brushRef="#br1" timeOffset="132129.39">11659 16245 0,'0'18'47,"0"53"-32,0 52 1,0-52 0,0 17-1,18-88 48,-18-53-63</inkml:trace>
  <inkml:trace contextRef="#ctx0" brushRef="#br1" timeOffset="132635.84">11994 16140 0,'0'17'16,"-52"1"15,-248 123 0,247-106 1,70-35-1,19 0-15,17 0-1,-1 36 1,1 16-1,18 19 1,-18-53 0,17 35-1,-70-18-15,53-35 16,-35 35 0,-89-35 77</inkml:trace>
  <inkml:trace contextRef="#ctx0" brushRef="#br1" timeOffset="135460.82">18574 12083 0,'0'35'47,"35"-35"15,0-124-46,1 89-1,-1-141 1,-35 140 0,0 1 15,17 123 31,-17 1-30,71-1-1,-36-88-15,-35-35-1,18-54 1,17 36-1,1 18 1,-19 35 0,54-35 15,-54 35-15,19 17-1,-36 54 1,35 0-1,-35-54-15,0 19 16,18-72 31,52-52-31,-52 53-1,17-1 1,0 36-1,18 53 17,-18 0-1,-35-17-15,36-1-1,-19-35 1,19-35-16</inkml:trace>
  <inkml:trace contextRef="#ctx0" brushRef="#br1" timeOffset="136410.43">19685 11553 0,'0'0'16,"-71"0"15,36 0 1,35 53-32,0 18 15,18-18 1,17-18-1,18 18 1,-18 0 0,-35-18-1,-88-35 32,53-17-31,0 17-1,70 0 64,35 0-64,36 17 1,-53-52-1,0 35-15,0-88 16,0 35 0,-53-35-1,0 35 17,-18 53-17,1 0 1,17 17 15,0 89-15,0-53-1,17 0 17,1-53-17,17 0 1,0 0-1,-17-88 1,17 17 0,1 54-1,-19 17 1,19 17 15,-36 36-15,35 18-1,18-54 1,-36-17 0,19 0-1,-1-35 1</inkml:trace>
  <inkml:trace contextRef="#ctx0" brushRef="#br1" timeOffset="137658.65">20532 11589 0,'0'0'0,"-36"-36"31,1 54 1,0 106-1,35-107-15,0 54-1,53-36 1,0-35-1,-18 0-15,18-18 16,-36 1 0,-17-19-1,0 54 32,0 0-31,36 35-1,17-18 1,17-35 0,-17 0-1,18 0 1,-36-35 15,-35-36-15,0-17-1,0 17 1,-53 36 0,-17 35-1,17 0 1,17 35 0,1-17-1,35 35 1,0 0-1,18-18 1,70-17 0,18-18 15,0-106 0,-71 53-15,0 0-1,-35 0 1,0 71 47,-35-1-48,35 89 1,0-70-1,17 16 1,54-52 0,0 0-1,-19-35 17,-52 0-32,53-18 15,-35 0 1,17 18-1,-17 35 1,17 0 0,1 0-1,-19 17 1,18 36 0,-35 0-16,36 35 31,-54-88 0,-88-17-15,18-54-1,53 54 1</inkml:trace>
  <inkml:trace contextRef="#ctx0" brushRef="#br1" timeOffset="137892.07">20761 11024 0,'0'0'0,"18"0"15,35 0 1,52-35-1,-87 35-15,17 0 16,1 0 0,-36 18-1</inkml:trace>
  <inkml:trace contextRef="#ctx0" brushRef="#br1" timeOffset="138226.07">20585 11924 0,'0'0'0,"0"35"32,0-17-17,0 35 1,-18-18-1,-53 18-15</inkml:trace>
  <inkml:trace contextRef="#ctx0" brushRef="#br1" timeOffset="139945.97">22701 11501 0,'0'35'63,"36"-35"-16,-1-18-32,-18 18 17,19 0-17,-36 35 1,35 71 0,-35 0-1,0-53 1,35-35-1,-17-107 48,17-16-32,0 69-15,1 36-1,-19 0 17,19 36-17,-36 17-15,35 35 16,-17-35 0,17-53-1,18 0 1,0-18-1,-53-17-15,17-18 16,-17 0 0,0 18-1,36 140 79,34-52-63,36-17-15,-53-54 0,-18-35-1,-35-17 1,0-1-1,-35 53 1,-36 18 0,36 0-1,-18 18-15,36 17 16,17 18 15,0-18-31</inkml:trace>
  <inkml:trace contextRef="#ctx0" brushRef="#br1" timeOffset="140824.07">24253 11589 0,'36'-36'15,"-1"1"1,88-71 0,-34-141 30,-89 194-30,0-17-16,0 17 16,0 35-16,-18-35 15,-17 53 1,-1 0 15,19 0-15,17 36-1,0 17 1,0 17 0,0 18-1,0 1-15,0 158 16,0 17 0,0 36 15,-53-141-16,53-1 1,0-87 0,0-53-1,18-54 32,-18 1-47</inkml:trace>
  <inkml:trace contextRef="#ctx0" brushRef="#br1" timeOffset="141692.91">24342 11853 0,'123'-70'47,"-35"17"-31,-70 18-1,35-1 1,-53 19 0,0 34 46,0 107-31,0-89 1,35-35-17,36-35 1,-18-36 0,-18 36-1,-17-18 1,17 18-1,-18 35 17,19 17-17,-36 36-15,35 0 16,-35-18 0,0 1 15,35-54 16,-17-35-16,17 0-15,0 53-16,-35-17 15,36 17 1,-19 35 15,36 18-15,-17-36-1,-19-17 1,36 0 0,-18 0 15</inkml:trace>
  <inkml:trace contextRef="#ctx0" brushRef="#br1" timeOffset="142506.59">25471 11677 0,'0'-18'31,"-53"-17"-15,0 35-1,35 18 1,18-1 0,0 19-1,0-1 1,35-35 0,1 0 15,-36-18-16,53 18 32,-36 0-31,71 0 0,-52 0-1,17 0 1,-1-35-1,-16-36 1,17 18 0,-18-70-1,-35-71 1,0 106 0,-18 17-1,-17 36 16,0 35-15,-1-18 0,19 18-1,-18 36 1,35 16 0,0 37-1,0-1 1,0 53-1,17 18 1,36-36 0,35-17-1,-88-88 1,18-18 0</inkml:trace>
  <inkml:trace contextRef="#ctx0" brushRef="#br1" timeOffset="142939.87">24853 11324 0,'0'0'16,"18"0"47</inkml:trace>
  <inkml:trace contextRef="#ctx0" brushRef="#br1" timeOffset="144363.29">18785 11201 0,'0'-18'16,"-17"-17"47,-19 70-17</inkml:trace>
  <inkml:trace contextRef="#ctx0" brushRef="#br1" timeOffset="146022.19">18785 13935 0,'0'35'31,"0"18"-16,0 88 17,0-53-17,36-17 1,-36-177 46,-18-35-46,18 70 0,0 1-1,35 70 1,1-36 0,17 36-1,-1 0 1,-34 18-1,-18 0 32</inkml:trace>
  <inkml:trace contextRef="#ctx0" brushRef="#br1" timeOffset="146403.82">19121 14041 0,'0'0'0,"52"35"15,1-35-15,0 0 32,35-106-17,-88 18 16,-35 53 1,-71 35-17,71 0 1,-18 70 0,18-17-1,35 0 1,18 88-1,52-106 1,18 1 0,18-72-1,-35-34 1</inkml:trace>
  <inkml:trace contextRef="#ctx0" brushRef="#br1" timeOffset="147053.89">19614 13952 0,'0'0'0,"0"106"31,36-35-15,-36-54 0,17-17-1,-17-35 17,0-53-1,36 17-16,-1 71 17,0 0-17,18 0 1,0 36-16,-53-19 16,35 71-1,-17-35 1,-18-106 46,35-88-46,18 124 15,-18 17-15,18 0-1,-35 0 17,17 106-17,36-54 1,-54-52 0</inkml:trace>
  <inkml:trace contextRef="#ctx0" brushRef="#br1" timeOffset="147470.59">20373 13917 0,'0'18'15,"0"17"1,0 0-1,18 18 1,52-18 15,1-35-15,-18-17 0,-18-36-1,-35 18 1,0-18-1,-88-35 1,35 52 0,17 36-16,19 0 15,-18 0-15,17 18 16,18 52 0,0-17-1,35-17 1,0-36-1</inkml:trace>
  <inkml:trace contextRef="#ctx0" brushRef="#br1" timeOffset="148752.42">21078 13794 0,'-35'-36'16,"0"36"-1,-18 18 1,53 17-1,0 53 17,0-52-32,0 17 15,88-18 1,-35-35 0,-18 0-1,1-18 1,17 18-16,-53-53 15,0 36 1,0 70 47,17-18-48,-17-17 1,124-18-1,-71 0 1,35-36 15,-71-17-15,-17 0 0,0 18-1,-52-53 1,-19 53-1,0 35 1,36 0 0,-18 0-1,53 53-15,0 0 16,-17-18 0,17 0-1,52 18 1,-34-53-16,17 0 15,54 0 1,-36-53 0,-18 0 15,18 18-15,-18-36-1,-35 36 16,-18 35 1,-17 18-17,35-1 1,0 54 0,0-18-1,53 0 1,0-18-1,0-35 1,0 0 0,-18-35 15,0-18-15,1-18-1,-19 18 1,18 36-1,18 17-15,-35 0 16,35 0 0,0 17-1,0 19 1,-53 17 0,0-1-1,0-34 1,-35-18-1,-18 0 1,0 0 0,0-35-16</inkml:trace>
  <inkml:trace contextRef="#ctx0" brushRef="#br1" timeOffset="148985.95">21290 13247 0,'0'0'0,"71"-35"31,52-1-15</inkml:trace>
  <inkml:trace contextRef="#ctx0" brushRef="#br1" timeOffset="149336.54">20990 14235 0,'18'88'16,"17"-35"-1,0 35 17,-35-35-17,-17-36 1,-71-17-16</inkml:trace>
  <inkml:trace contextRef="#ctx0" brushRef="#br1" timeOffset="151252.12">23089 13811 0,'53'0'47,"0"-17"-15,-18 17-17,1 0 1,-1 70 15,-35-17-15,0 0-1,0 0 1,18-88 46,17-54-46,18 37 0,-36 52 15,19-36-15,-1 36-1,-17 18 1,-18 17-1,35 53 1,0-70 0,-17 17-1,17-35 1,0-35 0,-17-18-1,-18 18 1,0 0-1,0 52 32,0 18-15,35 18-17,1 0 1,16-17-1,19-36 1,-18-71 0,-18 18-1,-35 0 1,0 0 0,-53 18-1,0 35 1,-35 88-1,53 0 1,-18-52 0</inkml:trace>
  <inkml:trace contextRef="#ctx0" brushRef="#br1" timeOffset="152167.32">24712 13917 0,'0'0'0,"88"-88"16,-88 0 15,0 35-15,0 70 62,36-17-63,-19 0 1</inkml:trace>
  <inkml:trace contextRef="#ctx0" brushRef="#br1" timeOffset="153416.46">24888 13688 0,'0'17'32,"36"19"-17,-36-1 1,0 36 0,17-19-1,-17-16-15,36-36 16,-1 17-1,18-17 17,-18-17-17,-35-54-15,18 36 16,-18 0 15,35-1-15,-35 1 15,35 35-15,-17 0-1,17 18 1,-35 17 0,36 36-1,-36-19 1,0-34-1,52-106 48,1 35-32,-17 35-15,-19 18-1,19 0 17,-36 53-17,17 0 1,18-53-16,1 35 16,-19-35-1,19 0 1,-19-35-1,-17-18-15,36-53 32,-36 71-17,0 70 48,0 18-48,35-17 1,0-1 0,-17-35-16,17 0 31</inkml:trace>
  <inkml:trace contextRef="#ctx0" brushRef="#br1" timeOffset="153666.95">25735 13458 0,'0'-70'15,"18"52"1,35-70-1,17 0 1,-34 17 0,-36 54-1,-18 17 1</inkml:trace>
  <inkml:trace contextRef="#ctx0" brushRef="#br1" timeOffset="154299.85">26123 13617 0,'0'18'32,"0"52"-17,0 1 1,0-36 0,35-35-1,1 0 1,17-17-1,0-1 1,-18-17 0,-35-18-1,17 53-15,-17-18 16,36 89 31,17-18-32,-18-18 1,0-35 0,1 0-1,-36-53 1,0 35-16,0-17 16</inkml:trace>
  <inkml:trace contextRef="#ctx0" brushRef="#br1" timeOffset="154466.85">26494 13458 0,'0'0'0,"0"18"31</inkml:trace>
  <inkml:trace contextRef="#ctx0" brushRef="#br1" timeOffset="154849.85">26635 13829 0,'0'0'0,"70"18"31,1 17-15,-18 0-1,-18-35 1,0-18 0,-17-17-1,-18-35 1,0 17-1,0 35-15,-18-17 16,-70-1 0,35 36-1,0 0 1,0 71 0,18 35 15,35-53-16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8:32:15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4568 2558 0,'0'-18'94,"-35"-105"-63,0 105-16,0 18 1,-18-35 0,0 35-1,35 0 1,-35 0 0,53 17-1,-35 36-15,35-18 16,-18 18-1,18-17 1,0-1 0,0 18-1,0 0 17,53-18-17,0-35 1,35 0-1,-35-35 1,-17-36 0,-36 18-1,35-17 1,-35 52 0,0-17-1,0 52 48,0 1-48,0 35-15,0 0 32,0-18-17,35 18 1,71-53-1,-71 0 1,0-35 0,1 35-16,-36-53 15</inkml:trace>
  <inkml:trace contextRef="#ctx0" brushRef="#br0" timeOffset="632.57">4833 2417 0,'0'17'15,"18"18"17,-18 18-17,0 18 1,0-36 0,35 0 15,-35-52 47,0-36-62,0 18-1,0-18 1,0 0-1,0 0 1,35 35 0,-35-17-1,18 35 1,35 0 0,-36 0-1,19 18 1,-1-18-1,-17 0 17</inkml:trace>
  <inkml:trace contextRef="#ctx0" brushRef="#br0" timeOffset="1176.08">5292 2364 0,'0'35'32,"0"0"-17,0-17 1,0 70 15,35-88-31,-35 35 16,0 1-1,35-36 1,-17 0 0,17-36 15,0 19-15,-35-72-1,36 37 1,-1-1-1</inkml:trace>
  <inkml:trace contextRef="#ctx0" brushRef="#br0" timeOffset="1765.89">5680 2399 0,'17'35'15,"-17"36"17,36 17-1,-1-88-15,-17 35-1,34-35 1,1 0-1,0-17 1,-35-19 0,17 1-1,0 0 1,-35-36 0,0 36-1,-17-18 1,-18 18-1,-1-1 1,19 36 0,-36 0-1,35 18 1,-17 17 15,0-17-15,35 35-1,0-35 1,0 17 0,17 0-1</inkml:trace>
  <inkml:trace contextRef="#ctx0" brushRef="#br0" timeOffset="2265.73">6209 2505 0,'0'35'32,"0"-70"-32,0 105 15,35-52 1,-35-36 46,0-88-46,0 71 0,0-18-1,18 18 1,17 35 31,18 0-32,0 0 1,-35 0 0,17 0-1</inkml:trace>
  <inkml:trace contextRef="#ctx0" brushRef="#br0" timeOffset="2782.22">6720 2452 0,'0'0'0,"53"0"31,-35 0-16,35 0 1,0-18 0,-36 18-16,19-17 31,-36-19-15,0 19-1,-18 17 1,-17-36-1,0 36 1,-1 0 0,1 18-1,0 17 1,-1 36 15,36-18-15,0 17-1,36-34 1,52-1 0,-35-35-1,0-18 1,-18-70 0</inkml:trace>
  <inkml:trace contextRef="#ctx0" brushRef="#br0" timeOffset="3415.59">7461 2328 0,'-17'-17'31,"-54"17"0,-35 0 0,71 35 1,0-17-1,88 17 0,-18-35-15,18 0-1,0 35 1,-18 0 0,-17-35-1,-18 18-15,0 17 16,0-17 0,0 17-1,-89 1 16,36-36-15,36 0 0,-18 0 15,35-18-15</inkml:trace>
  <inkml:trace contextRef="#ctx0" brushRef="#br0" timeOffset="4419.97">4304 2170 0,'35'0'62,"18"-36"-46,35-52-1,0 35 1,-17 18 0,17-18-1,-88 18-15,53 35 16</inkml:trace>
  <inkml:trace contextRef="#ctx0" brushRef="#br0" timeOffset="6762.75">4586 5274 0,'0'0'0,"0"18"94,0 70-63,0-35-16,0 53 17,0-18-1,0-53 0,0-17 0,0-124 16,0 88-47</inkml:trace>
  <inkml:trace contextRef="#ctx0" brushRef="#br0" timeOffset="8166.82">4586 5274 0,'0'0'31,"35"-35"0,-17 35 0,35 17 1,-18-17-17,18 0-15,18 0 16,-18 0-1,0 0 1,-1 0 0,-34 0-1,-18 36 110,0-19-93,0 19-1,0-19 0,35 142-15,-35-141-1,0 105 1,0-88 31,-17-35 62,-19 0-78,-52 0 1,53 0-17,-36 0 17,18 0-1,18 0-16,18 0 17,-19 0 77</inkml:trace>
  <inkml:trace contextRef="#ctx0" brushRef="#br0" timeOffset="10009.93">4833 5733 0,'-18'17'78,"-17"-17"-62,17 36-16,-70-19 31,0 71-15,-18-35 0,18 18-1,35-54-15,-53 54 16,18 0-1,-18-1 17,53-17-17,-17 18 1,-71 17 0,35-18-1,18 1 1,-1-18-1,37-36 1</inkml:trace>
  <inkml:trace contextRef="#ctx0" brushRef="#br0" timeOffset="10896.79">3475 6597 0,'-88'35'141,"88"0"-125,-71 1-1,71-19 1,0 19 15,53-36 0,18-18-15,-54 18 0,18 0-1,1 0-15,-19-35 16,19 35 0,-36-18 15,-18 18-16,0-35 1,-17 35 31</inkml:trace>
  <inkml:trace contextRef="#ctx0" brushRef="#br0" timeOffset="11965.89">2963 7003 0,'0'17'31,"0"19"1,-35 34-17,35 36 1,0-36-1,0-17 1,0 36 0,0-72-1,18-17 17,52 0-17,-17 0 1,0 0-1,-18-17 1,1 17 15,-1 0-31,-17 0 16,17 17 15,-35-34 32,0-72-16,0 1-32,35 53-15,0-71 31,-17 71 1,-53 35 30,-18 0-46,0 0-1,-53 0 1,36-18 0,105 18 62</inkml:trace>
  <inkml:trace contextRef="#ctx0" brushRef="#br0" timeOffset="12900.46">4833 5768 0,'0'35'110,"0"36"-95,0 158 16,-18 53 1,18-52-1,0-125-15,0-87-16,0 17 15</inkml:trace>
  <inkml:trace contextRef="#ctx0" brushRef="#br0" timeOffset="13989.92">4657 6967 0,'17'18'47,"-17"53"-16,0-36-15,0 106 0,0-88 15,0-18-15,0 0 15,18-35 0,17 0-15,53 0-1,-35 0 1,18 0 0,-36 0-1,0 0 1,-17 36-1,-18-54 48,35-35-32,-35 18-15,0-18-1,0 0 1,0-35 0,0 53-1,0-1 1,0 1 0,-17 35 77,-1 0-77,-35 0 0,0-35-1,0 35 1,-17 0-1,17 0 1,35 0 0</inkml:trace>
  <inkml:trace contextRef="#ctx0" brushRef="#br0" timeOffset="14576.86">4762 6667 0,'18'18'93,"-18"17"-77,0 54 0,35-72-1,-17-17 48,-18-53-48,35 53-15,-35-53 16,18 18 0,-18 0 15</inkml:trace>
  <inkml:trace contextRef="#ctx0" brushRef="#br0" timeOffset="15559.52">5115 5644 0,'0'36'16,"0"17"15,71 35 0,-36-35-15,36 17 0,17 1-1,-35-36 1,17 36 0,36 70-1,0-18 1,0-35-1,-53-70-15,0-18 16,-18 53-16,0-18 16,-35 1 15,35-36-15,-35 17 93,-17 18-62</inkml:trace>
  <inkml:trace contextRef="#ctx0" brushRef="#br0" timeOffset="16348.75">5997 6667 0,'35'18'203,"1"-18"-187,-1 18-1,0-18 1,-35-36 46,0 19-46,0-18 0,0-1-1,0 19 1,-17 17-1</inkml:trace>
  <inkml:trace contextRef="#ctx0" brushRef="#br0" timeOffset="16857.06">6032 6844 0,'0'35'78,"0"18"-62,0-18-16,0 106 31,0-35 0,0-53-15,0-106 62,0-17-63,36-18 1</inkml:trace>
  <inkml:trace contextRef="#ctx0" brushRef="#br0" timeOffset="17689.54">6068 6791 0,'0'0'0,"53"18"47,0-1-16,17-17-15,-17 0-1,35 0 1,-35 0 0,-35 0-1,-18 36 63,0 34-46,0 71-1,0-35 0,0-71-15,0 18-1,0-18 1,0 1 0,0-1-1,-53-53 79,18 18-78,-18-17-1,0 17 1,18 0 0,-1 0-16,1 0 31,0 0-16,17 0 17,-17 0 46</inkml:trace>
  <inkml:trace contextRef="#ctx0" brushRef="#br0" timeOffset="21207.15">2981 7567 0,'0'-18'31,"-35"18"110,-36 36-126,-105 122 17,35-87-17,52-18 1,1-18 0,53 18-1,35-18 16</inkml:trace>
  <inkml:trace contextRef="#ctx0" brushRef="#br0" timeOffset="22311.23">2275 7990 0,'0'-17'31,"36"17"125,-1-36-124,-53 72 46,-17 17-63,-18 0 1,18-36 0,35 19-1,35-36 32,18-18-31,-18-17 15,18 35-15,0 0-1,-35 0 1,-18-18 15,0-17-15,0-1-1,-35 19 1,52 17 62</inkml:trace>
  <inkml:trace contextRef="#ctx0" brushRef="#br0" timeOffset="23136.54">3104 7497 0,'36'0'47,"-1"17"-16,-17 1-15,-18 52 0,35-17-1,0 0 1,71 35-1,-88-52-15,70 52 16,-53-35 0,0-18-1,-17 18 1,-18 18 15,35-71-15,-52 0 62</inkml:trace>
  <inkml:trace contextRef="#ctx0" brushRef="#br0" timeOffset="23586.93">3492 8114 0,'18'0'15,"17"0"1,-17 0 15,17 0-15,-17 0-1,-18 18 1,35-18 0,-35-18 30,0 0-30,-17-52 0,-1 70-1,18-18 1,-35 18 46</inkml:trace>
  <inkml:trace contextRef="#ctx0" brushRef="#br0" timeOffset="25002.34">1940 8202 0,'18'0'15,"17"0"1,-35 35 31,0-17-31,0 88-1,0-18 1,0 0-1,0-17 1,0-54 0,35-17 109,36 0-110,52 36 17,-52-36-1,-53 0 0,17 0 16,0 0-16,-35-36 16,0-34-16,0 35-15,0-54 0,0 36-1,18 18 1,-18 0-1,0 0 64,-53-1-33,18 36-30,-18 0 0,0 0-1,18 0 1,-1 0 0,-17 0-1,71 0 48,0 0-48</inkml:trace>
  <inkml:trace contextRef="#ctx0" brushRef="#br0" timeOffset="25603.43">3545 8343 0,'0'53'62,"0"35"-46,0 53 15,0-105-15,18-36 15,-18-53 0,0-18-15,0 54-16</inkml:trace>
  <inkml:trace contextRef="#ctx0" brushRef="#br0" timeOffset="26313.83">3581 8273 0,'0'0'0,"35"0"32,-17 0-17,52 0 1,-17 0 0,0 0-1,18 0 1,-36 17-1,-18-17 17,19 0-1,-36 36-15,0-19-1,35 18 1,-35 1-1,0-1 1,0 18 0,0 0-1,0-36 1,0 19 0,0-19-16,0 19 31,-18-36-16,18 35 1,-17-35 15,-19 0-15,-52 0 0,18 0-1,17 0 1,35 0-16,-17 0 15,0 0-15,17 0 16</inkml:trace>
  <inkml:trace contextRef="#ctx0" brushRef="#br0" timeOffset="27701.07">4939 7426 0,'0'35'79,"0"-17"-64,0 17-15,0 18 16,0 35-1,-35 53 1,35 71 0,-36-106-1,36-53 1,0-36 0,0 19 15,0-1 0,0-53 47,0-17-62</inkml:trace>
  <inkml:trace contextRef="#ctx0" brushRef="#br0" timeOffset="28184.02">4780 8184 0,'18'0'15,"-18"36"95,35 17-95,-35-36-15,18-17 47,35-17-31,-18-19 0,0 19-1,-35-19 16,-35 36-15,-18 0 15,35 0-15,-17 0 0,35 18 15</inkml:trace>
  <inkml:trace contextRef="#ctx0" brushRef="#br0" timeOffset="29307.53">4780 8431 0,'0'18'31,"0"17"-16,0 1 1,0 16 0,0 1-1,0 18 1,0-36 0,35-35 62,1 0-63,-1 0 1,18 0 0,0 18-1,-18-18 1,18 0-1,0 0 1,-35 0 0,17 0-1,-35-35 95,35-18-95,-35-53 17,18 0-17,-18 88 1,-36-17 93,-16 35-93,16 0-16,-70-35 31,-17 35 0,88 0 1,-1 0-17</inkml:trace>
  <inkml:trace contextRef="#ctx0" brushRef="#br0" timeOffset="30493.93">6332 7408 0,'0'18'109,"0"53"-93,0-1-16,0-17 15,-17 106 1,-71 105 0,88-158-1,-18-71 1,18-17-1,0 17 17,0-52 93</inkml:trace>
  <inkml:trace contextRef="#ctx0" brushRef="#br0" timeOffset="31066.07">6174 8202 0,'0'-35'94,"0"70"0,0 36-79,17-54 1,1-17 62,17-53-62,0 0-16,-35 18 31,0 18 0,0-19-15,-35 36 0,0 0-1,35-17 1</inkml:trace>
  <inkml:trace contextRef="#ctx0" brushRef="#br0" timeOffset="31798.65">6526 7426 0,'0'35'78,"0"36"-63,89 105 17,-37-70-17,19-18 1,0 18-1,-54-18 1,36-17 0,-18-36-16,-35-17 15,36 52 1,-36-17 15,0 0-15,35-18-1,-35-52 48,-18 17-47,18-36-16</inkml:trace>
  <inkml:trace contextRef="#ctx0" brushRef="#br0" timeOffset="32187.81">6791 8326 0,'0'0'31,"0"-36"0,35 36 0,1 18-15,16 35 0,19 17-1,-71-87 63,-35-89-62,35 88 0,-36-17-1</inkml:trace>
  <inkml:trace contextRef="#ctx0" brushRef="#br0" timeOffset="33065">6491 7108 0,'0'18'16,"88"17"15,-17 18-15,17 53-1,18-35 1,0 35 0,-18-1-1,71 54 1,-54-71 0,1 0-1,-17-17 1,-19-18-1,-35-18-15,18 36 16,0-18 0,-18-36-1,1 19 1,-19-1 0,-17-17 15,-35-18 63,17 0-79</inkml:trace>
  <inkml:trace contextRef="#ctx0" brushRef="#br0" timeOffset="33486.31">7726 8255 0,'0'0'15,"0"-18"1,0-17 31,17 35 15,19 18-30,-36-1-17,35 19 1,-53-36 46,-70 0-30,53-18-17</inkml:trace>
  <inkml:trace contextRef="#ctx0" brushRef="#br0" timeOffset="34381.19">5891 8396 0,'36'0'63,"-36"71"-17,0 17-30,0 0 0,0-35-1,0-18 1,0-52 46,0-72-30,0 54-32,0 0 0</inkml:trace>
  <inkml:trace contextRef="#ctx0" brushRef="#br0" timeOffset="34996.83">5927 8414 0,'0'0'0,"17"0"16,-17-36-1,36 36 1,-1 0-16,0 0 16,18 0-1,18 18 1,-18-18 0,-1 0-1,-16 0-15,-1 0 31,-35 53 48,0 53-48,0 0 0,0-36 0,-18-70 47,-35 0-62,-70 0 15,70 0-15,18 0 0,-1 0 15,36 36 0,18-36-15,35 0-16</inkml:trace>
  <inkml:trace contextRef="#ctx0" brushRef="#br0" timeOffset="36246.51">6844 8484 0,'0'36'47,"0"52"-32,0-53 1,0 18 0,-35 0-1,35-71 48,17-52-48,-17-1 1,0-17 0,0 17-1,0 54 16,18 17 32,70 0-47,18 0 15,-88 0-16,34 0 1,-16 0 0,-54 35 46,18 0-46,0 36 15,0-18-15,0-18-16,0 53 31,18-52-15,-18-19 15,-36-17 0,-16 0-15,-19 0-1,18-35 1,35 35 0,18 18 62,53-18-63</inkml:trace>
  <inkml:trace contextRef="#ctx0" brushRef="#br0" timeOffset="37596">7885 8414 0,'-18'0'15,"18"35"32,0 124-15,0-36 14,0-87-30,0-89 31,0 0-31,0-88 15,-35 17 0,35 71-15,17 53 31,36 0-32,-18 0 1,18 0-1,18 0 1,-18 0 0,-18 0-1,-35 18 79,0 88-63,35 17 1,1-52-1,-19-36 0,-17-17 0,-70 17 1,52 0-17,-35-35 1,0 0 15,18 0-15,0 0-1,-1 0 1,19 18 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8:35:24.54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14041 2275 0,'0'-17'31,"-53"17"0,17 0-15,19-36-1,-19 36 1,19 0 0,-18 0-1,35 18 1,-36 0-1,36 17 1,-17 18 0,17-18-1,17 71 1,19-53 0,-1-18-1,18-35 1,-18 0-1,18 0 17,-53-17-17,18-19 1,-18 1 0,0 0-1,0 0 1,0 17-1,0-17 1,0 52 109,0 1-109,17 35-1,18 0 1,-17-18 0,17-17-1,1-18 1,-1 0-1,0-106 17,-35 53-17,-17-18 1,17 54 0,-18-19-1,53 36 126,0 0-126,-17 0 1,-18 18 15,0 17-15,35 1 0,-35 17-1,36-1 1,-1-34-1,18-18 1,-35 0 15,17 0-15,-35-70 0,0 34-16</inkml:trace>
  <inkml:trace contextRef="#ctx0" brushRef="#br0" timeOffset="2114.14">14552 2170 0,'0'17'31,"0"18"0,18-17 1,-18 70-17,35-52 1,-35 17 0,71-18-1,-54-35 1,18 0-1,-35-18 17,36-17-17,-36-36 1,0 18 0,0 36-1,-18 17 1,18-36-1,18 36 48,-1 0-47,19 0-1,-1 0 1,0 0-1,0 18 1,-35 0 31,0 17-31,0 18-1,0-35 1,18 17-1,17-35 1,1 0 0,34 35-1,-34-35 1,-19-17 15,-17-1-15,0-17-1,0-18 1,0 17 15,0 1-15,-106 35 0,71 0-1,0 0 1,35 18-1,0-1 1,0 19 0,0-19-1,17 19 1,19-36 0,17 0-1,0-18 1,-18-17-1,0-18 1,-35 0 15,0 35-15,35 18 93,-17 0-93,17 0 0,1 18-1,-19-1 1,18-17-1,-35 53 1,0-17 15,18-19-15,17-17 0,-35 36-1,71-36 1,-36 17-1,0-17 1,-17 0 0,17-35-1,-35-18-15,0 0 16,0 0 0,0 18-1,-17 17 16,-19 18-15,36 36 15,0 16-15,0 1 0,18 0-1,17 0 1,18-53-1,0 0 1,-35-35 0,17-36-1,-35 18 1,35 1 0,-35-1-1,18 35 1,17 18 15,1 18-15,34 17 15,-35 35-15,-17-17-1,-18-17 1,0-19 15,0 19-15,-53-36-1,18 0-15</inkml:trace>
  <inkml:trace contextRef="#ctx0" brushRef="#br0" timeOffset="2956.05">14041 2099 0,'35'-35'62,"71"-89"-46,-36 107-1,-35-19 1</inkml:trace>
  <inkml:trace contextRef="#ctx0" brushRef="#br0" timeOffset="5495.16">16969 2575 0,'17'0'46,"1"0"-14,105-88-1,-70 35-15,-17 0-1,16-88 1,-16 35-1,-36-35 1,-36 53 0,-52-18 15,35 53-15,18 18-1,35-18-15,-53 35 16,18 18-1,35-35 1,-18 35 0,18 18-1,0 17 1,0 53 0,0-17-1,18 17 1,0-35-16,34 53 15,19-18 1,0 0 0,-36-17-1,35-1 17,-70-52-17,36-18 1,-36-35 31,0-1-32,-18-17 1,18 18 0,-35 35-1,52 0 48,1 0-48,88 0 17,-89 0-17,19 0 16,-36 18 48,17 17-64,-17 0 1,36 1-1,-1-19 1,-17-17 0,17 0 15,0 0 0,-17-53-15,-18 0-1,0 36 1,0-19 0,35 19-1,-17 17 1,17 0 15,0 35-15,18 0-1,-53 1 1,18-1 0,-18 0-1,0-52 48,0-36-48,35 17 1,0 1 0,-35 17-1,18 18 1,17 0 0,-17 0-1,17 53 1,-35-17-1,35-1 1,-17-35 0,17 0-1,1-18 1</inkml:trace>
  <inkml:trace contextRef="#ctx0" brushRef="#br0" timeOffset="6644.55">18486 2170 0,'0'-36'46,"-36"36"-14,-17 0-17,18 0 1,0 36 15,35 52-15,0-35-1,0-18 1,35-35 0,0 18-1,54-18 1,-72-53 0,-17 17-1,0-17 1,0 18-1,0 53 32,0-1-31,35 19 0,36-1 15,-18-35-16,0 0 1,-36-18 0,19 1-1,-36-36 1,0 0 0,0 35-1,-18 18-15,36 0 78,35 0-62,-36 0 15,19 0-15,-19 71 31,19-18-16,-1-36-15,0-17-1,0 0 1,1 0-1,-19 0 1,-17-53-16,36 53 16,-36-52-16,0 16 15,0 1 1,-18 70 46,36 53-30,52-52-1,-35-1-15,18-35-1</inkml:trace>
  <inkml:trace contextRef="#ctx0" brushRef="#br0" timeOffset="7534.74">19544 2117 0,'0'-18'32,"-18"18"-17,1 0 1,-19 0 0,1 0-1,17 53 1,18 0-1,0 0 1,18-36 0,35-17-1,-35 0 1,17-35 15,-35 0-15,0 0-1,0 52 32,35 18-31,18-17 0,-35-18-1,17 0 1,-17 0-1,17 0 1,-35-18 0,35-34-1,-35-1 1,18 35 0,17-17 15,-17 35 0,17 0-15,0 0-1,-17 17 1,17 1 0,0-18-1,-35 35 1,18 1-1,-18-19 1,0 18 15,-53-35 32</inkml:trace>
  <inkml:trace contextRef="#ctx0" brushRef="#br0" timeOffset="8277.99">18609 1905 0,'18'-71'32,"-1"36"-17,36-18 1,-18 18 0</inkml:trace>
  <inkml:trace contextRef="#ctx0" brushRef="#br0" timeOffset="11075.42">16704 4674 0,'0'-17'31,"35"105"110,-35-35-126,0 35 1,0-35 0,0-18-16,18 0 15,-18-17 1,35-18 15,-35-35-15,0-18 15,0 18-31</inkml:trace>
  <inkml:trace contextRef="#ctx0" brushRef="#br0" timeOffset="12141.26">16739 4604 0,'18'0'78,"35"0"-63,0-36 1,0 36 0,35 0-1,-35-35 1,0 35-1,-36 0 1,19 0 0,-19 0 77,-17 18-61,0-1-17,36 36 1,-36 53 0,35-53-1,-35 0 1,35-18-1,-35 18 1,0-35-16,0 17 31,0-17-15,0 17 15,-18-35 47,1 0-62,-71 0 0,35 0-1,0 0 1,0 0-1,35 0 1,-17 0 0,35 35-1,-18-35 1,18-35 125</inkml:trace>
  <inkml:trace contextRef="#ctx0" brushRef="#br0" timeOffset="13428.25">16792 5062 0,'0'18'78,"-106"35"-62,-52 53 15,105-71-15,-159 88-1,71-17 1,-18-35 0,36-1-1,17-17 1,-71 53 15,107-53-15,52-53-1,54-35 63</inkml:trace>
  <inkml:trace contextRef="#ctx0" brushRef="#br0" timeOffset="13923.87">15557 5768 0,'0'18'47,"-35"-1"-16,0 18-15,53-35 62,105-17-63,-105 17 1,35-35 0,-18 35-1,-53 0 16,-35 0 1,18-36-17,0 36 1,52 0 31,19-35-32</inkml:trace>
  <inkml:trace contextRef="#ctx0" brushRef="#br0" timeOffset="15289.16">15187 6085 0,'0'53'125,"0"-17"-109,0 52-1,0-35 17,35 53-17,-35-71 1,36 0 0,-1 0-1,18-35 16,-18 0-15,18-17 0,0 17-1,-35 0-15,34-36 16,-16 36 0,-19 0-1,19 0 16,-36-17 79,0-18-95,0-1 1,-18-34 0,18 34-16,-35-52 15,35 71 1,0-19 0,-18 36 124,-88 0-124,71 0-16,-18 0 15,-53 18 1,71-18 0,53 0 46,52-18-46</inkml:trace>
  <inkml:trace contextRef="#ctx0" brushRef="#br0" timeOffset="16679.86">17304 5027 0,'35'0'62,"0"35"-31,-17-35-15,17 18 0,0-18-1,1 35 1,70 1-1,-53-36 1,-1 35 0,19 0-1,-18-35 1,-18 18-16,0-18 16,18 35-1,0 0 1,-17 1-1,16-1 1,1-18 15,0 19-15,-17-1 0,-19-35-16,-17 35 15,36-17 1,-19-18-1,18 35 1,1 18 0,17-18-1,-36-17 17</inkml:trace>
  <inkml:trace contextRef="#ctx0" brushRef="#br0" timeOffset="17334.25">18468 5592 0,'35'0'110,"18"17"-95,-18 18 1,1-35 15,-36 18-15,0 17 15,-71-35-15,18 0-1,18 0 1,0 0 0,35-17 62</inkml:trace>
  <inkml:trace contextRef="#ctx0" brushRef="#br0" timeOffset="18070.86">18574 6085 0,'0'-35'16,"0"70"78,0 1-79,0-1-15,0 0 16,0 36 0,0-1-1,17-17 1,-17-70 78,0-36-79,0-71 16,0 107-31</inkml:trace>
  <inkml:trace contextRef="#ctx0" brushRef="#br0" timeOffset="18903.96">18591 6032 0,'0'-17'47,"36"17"-16,52 0 0,35 0 0,-52 0 1,-36 0 15,0 0-16,-17 0 16,17 53-16,-17 70 0,-18-17 0,0-71 16,0-17 16,-35-18-16,35 35-32,-18-35 1,-17 0 0,0 0-1,-1 0 1,-17 0-1,0 0 1,36 0 0,17 36-1</inkml:trace>
  <inkml:trace contextRef="#ctx0" brushRef="#br0" timeOffset="20591.75">15134 6720 0,'-17'0'125,"-36"71"-109,0-18-1,-18 17 1,-52 19 15,17-19-15,53 1-1,-18-54 1,-34 89 0,-1-35-1,88-18 1,18-36 0</inkml:trace>
  <inkml:trace contextRef="#ctx0" brushRef="#br0" timeOffset="21203.44">14393 7355 0,'-17'36'63,"-19"-1"-48,19 18 16,17-71 32,0 1-47,53-19-1,-18 36 1,-17-35-1,-18 17 48,0-17 15</inkml:trace>
  <inkml:trace contextRef="#ctx0" brushRef="#br0" timeOffset="22085.87">15575 6615 0,'35'35'15,"1"0"1,17-35-1,0 53 1,-18-18 0,71 36-1,-1-1 1,37 54 15,-37-71-15,-52 17-1,-17-34 1,17-1 0,-36-35-16,-17 18 15,35-18 1,1 0 0,-36 35-1,17-35 1,-17-18 31</inkml:trace>
  <inkml:trace contextRef="#ctx0" brushRef="#br0" timeOffset="23627.02">13970 7638 0,'0'53'93,"35"70"-61,-35-105-17,36 35 1,-36-18 0,35-18 30,0-17 1,36 0-15,-1 0-17,-17 0 1,0 0-1,-18 0 1,18 0 0,18 0-1,-71-52 79,0 34-78,0-35-1,-18 0 1,18 0 0,0 36 15,-17 17 31,-19 0-46,19 0 0,-19 0 15,-34 0-16,-1 0 1,18 0 0,0 0-1,18 0 1,17 0 0,-17 0 30,53 0 33</inkml:trace>
  <inkml:trace contextRef="#ctx0" brushRef="#br0" timeOffset="25188.41">16263 7532 0,'0'17'32,"0"19"-1,0-19-16,0 36 1,0 0 0,0-18-16,0 18 15,0-35 1,18-18 31,17 0-32,18 0 1,-18 0 0,18 0-16,0 0 15,-18 0 1,1 0 15,-1 0 16,-18 0-31,19 0-1,-36-35 48,0-36-48,-18 18 1,18-17 0,0 34-1,0 1 1,0 18 46,-35 17-30,0 0-17,-54 0 1,36 0 0,-17 0-1,-1 35 1,54-35-16,-36 0 15,35 0 17,-17 0 46</inkml:trace>
  <inkml:trace contextRef="#ctx0" brushRef="#br0" timeOffset="26935.14">18750 6403 0,'-18'0'31,"18"53"1,-35-18-1,-71 106 0,71-106-15,-53 89-1,17-53 1,36-54 0,-18 89-1,18-53 1,0 0-1,17-18 1,18 18 0,-35-18-1,35-52 63,0-19-62</inkml:trace>
  <inkml:trace contextRef="#ctx0" brushRef="#br0" timeOffset="27433.15">18186 7108 0,'-36'0'32,"36"18"-1,-17 35 0,17-18 0,0-17 1,0-36-1,70-35-15,-34 53-1,-19-35 1,-17 17 46,-35 18-15,0 0-31</inkml:trace>
  <inkml:trace contextRef="#ctx0" brushRef="#br0" timeOffset="27932.06">18080 7461 0,'0'0'16,"0"36"-1,0 69 16,0-69-15,0 17 0,0-1-1,0 1 1,0-17 0,17-89 15,-17 0-16</inkml:trace>
  <inkml:trace contextRef="#ctx0" brushRef="#br0" timeOffset="28684.42">18080 7426 0,'0'0'0,"17"0"31,36-35-15,-17 35-1,17 0 1,0 0 0,-1 0-1,-16 0-15,-1 0 16,0-18-1,-17 18 32,17 0-15,-35 35-1,0-17-16,0 17 1,35 53 0,-35-35-1,0 36 1,0-37 0,0-16-1,0-1 1,0 0-1,0-17 17,-17-18-1,-36 0-15,-53 0-1,71 0 1,0 0-1,-1 0 1,19 0 0,-19 0 46,54 0-31</inkml:trace>
  <inkml:trace contextRef="#ctx0" brushRef="#br0" timeOffset="29590.29">18838 6403 0,'0'35'31,"36"-35"-15,-19 18-1,19 17 1,-1 18 0,0 0-1,36-18-15,-1 36 16,1-36 0,-1 0-1,1 54 1,-54-37-16,54 72 15,-18-71 17,0-18-17,-53-17 1,18-18 0</inkml:trace>
  <inkml:trace contextRef="#ctx0" brushRef="#br0" timeOffset="30281.35">19562 7144 0,'0'-36'63,"0"54"-16,35 0-32,0-18 1,-53 35 62,-17-35-62,-18 0 15,18-18 0,35 1 16,18 17-31</inkml:trace>
  <inkml:trace contextRef="#ctx0" brushRef="#br0" timeOffset="30766.24">19562 7549 0,'0'71'78,"0"0"-62,0 52 15,0-88 0,0-17 0,0-36 1,0-17-17</inkml:trace>
  <inkml:trace contextRef="#ctx0" brushRef="#br0" timeOffset="31606.99">19526 7497 0,'0'-36'47,"53"19"-16,-18 17-31,54 0 32,-19 0-17,-17 0 1,0 0-1,0 0 1,-18 0 0,-17 0 31,-18 35 15,0-17-46,35 123 15,0-106-15,-35 18-1,18 0 1,17-53-16,-35 35 15,0 0 1,-17-35 47,-1 0-48,-88 0 1,71 0-1,-53 0 1,35 36 15,18-36-15,-18 17 0,0-17-1,17 0 1,36 35-16</inkml:trace>
  <inkml:trace contextRef="#ctx0" brushRef="#br0" timeOffset="44639.67">3828 13688 0,'0'0'0,"0"17"140,-18 1-124,18 53-1,0-1 1,-35 18 0,35-35-1,0-17-15,0 16 16,0-16 0,0-1-1,17-35 79,-17-53-78,0 18-16,36 0 0</inkml:trace>
  <inkml:trace contextRef="#ctx0" brushRef="#br0" timeOffset="46545.65">3845 13723 0,'-35'0'93,"35"-35"-15,0 17-31,0-17-15,0 0 30,0 52 1,0 18-32,0-17 0,0 17-15,0-17-1,0 70 1,0-70 0,0 17-1,0-17 1,0 17 15,0 0-31,0-17 31,0 35-15,0 17 0,0-34 15,0-19-16,0 19 17,-18-36-17,18 35 1,-35-35 0,0 0-16,35 18 15,-18-18-15,-17 0 16,17 0-1,-17-36 32,35 1-31,-35 0 0,35 17 15,0-17-16,-36 0 17,36 17 46,18-17-63</inkml:trace>
  <inkml:trace contextRef="#ctx0" brushRef="#br0" timeOffset="47136.07">3669 13600 0,'0'0'31,"18"0"32,70 0-48,0-36 1,-35 36 0,-18 0-1</inkml:trace>
  <inkml:trace contextRef="#ctx0" brushRef="#br0" timeOffset="47988.14">4163 13688 0,'0'0'0,"0"17"16,35-17 62,106-158-62,-70 105-1,87-71 1,-52 36-16,159-106 15,-18 0 1,-36 18 0,-34 52 15,-18 18-15,-106 53-1,-18 53 1,-35-35-1,-53 70 32</inkml:trace>
  <inkml:trace contextRef="#ctx0" brushRef="#br0" timeOffset="48354.67">6103 12100 0,'-18'18'32,"18"52"-17,0 36 1,0 71 0,0-89-1,0-53 1,0 18-1,0-71 17,0-34-17</inkml:trace>
  <inkml:trace contextRef="#ctx0" brushRef="#br0" timeOffset="48937.81">6050 12118 0,'18'0'31,"17"0"-15,-35 18-16,35-18 15,1 52 1,-1 19-1,-17-36 1,-18 1 0,35-36-1,0-18 17,-35-17-32,35-54 15,-17 19 1,17-1-1,1 18 1,-19 53 0,-17-17-1,35 52 17,1 0-17,-1 89 1,-35-18-1,0 35 1,18-18 0,-18-105-1,0 17 17,35-35-17,-35-35 16</inkml:trace>
  <inkml:trace contextRef="#ctx0" brushRef="#br0" timeOffset="49612.16">6844 12347 0,'70'0'31,"107"35"0,-124-35-15,70 53-1,-17 53 1,70 0 0,-52-35-1,52-1 1,1 18 0,-89-17-1,-35-53-15,35 17 16,-70-35-1</inkml:trace>
  <inkml:trace contextRef="#ctx0" brushRef="#br0" timeOffset="50503.35">8696 13035 0,'-53'0'79,"0"0"-64,18 0-15,-71 0 31,71 194 1,70 71-1,283-142 0,-160-70-15,-17-53-1,-70-18 1,-36 18 0,-35-35-1,-17 35 1,-1 0-16,-17 0 16</inkml:trace>
  <inkml:trace contextRef="#ctx0" brushRef="#br0" timeOffset="51255.04">9084 14058 0,'0'-17'47,"-35"140"31,-1 0-62,-69 107-1,-19 175 1,36-193 15,53-88-15,-18-36-1,35-35 1,-17 0 0,35-71 31</inkml:trace>
  <inkml:trace contextRef="#ctx0" brushRef="#br0" timeOffset="51637.02">8467 15469 0,'0'0'15,"0"71"1,0-1 0,0 36-1,-36 18 1,1-1-1,35-70-15,-18-18 16,18 1 0,0-72 15,0-105 0</inkml:trace>
  <inkml:trace contextRef="#ctx0" brushRef="#br0" timeOffset="52085.57">8378 15557 0,'36'0'16,"-1"-35"-1,36 35 1,-1 0-1,-17 0 1,-35 35 0,35 36-1,-18-18 1,-35-18-16,35 36 16,-35-1 15,-35 19-16,-53-1 1,35-35 0,0-53-1,0 0 1,0 0 0,35 0-1,-17 0 1,35-18 15,-35 18-15</inkml:trace>
  <inkml:trace contextRef="#ctx0" brushRef="#br0" timeOffset="53390.58">6350 12806 0,'18'88'15,"17"-17"1,18-1-1,17 54 1,19 70 0,52 105-1,-71-69 1,18-36 0,-52 0 15,52 18-16,-35-71 1,17 0 0,36 35-1,-18 18 1,-88-123-16,53 70 16,-17-35-1,69-18 1,-34 18-1,0-18 1,-19-18 0,-16-34-1,-19 17 1,19-18 0,-19-17 15,36 34-16,-18 1 1,-35-35 0,0 17-1,-17-52 142</inkml:trace>
  <inkml:trace contextRef="#ctx0" brushRef="#br0" timeOffset="55402.48">8361 16298 0,'-18'36'93,"-52"17"-77,17-36 0,-124 107-1,-70 52 1,-35 0 0,106-52-16,-54 17 15,107-70 1,105-36-1,18-53 64,0 1-48</inkml:trace>
  <inkml:trace contextRef="#ctx0" brushRef="#br0" timeOffset="55966.82">6650 17321 0,'0'18'47,"-35"35"-32,-1 106 1,36-106 0,-35 0-1,35-36 16</inkml:trace>
  <inkml:trace contextRef="#ctx0" brushRef="#br0" timeOffset="56249.94">6456 17339 0,'17'-35'16,"142"-1"15,-18 36 0,-105 0-15,-1 18 0,-35 0 15,-18 17-15</inkml:trace>
  <inkml:trace contextRef="#ctx0" brushRef="#br0" timeOffset="56638.9">6368 17780 0,'0'0'0,"53"18"31,52-18-15,-69 0 0,105 0-1,-106 0 1,0 0 0</inkml:trace>
  <inkml:trace contextRef="#ctx0" brushRef="#br0" timeOffset="58178.15">6121 17604 0,'-18'0'16,"0"-18"15,-17-17-15,-18-1 0,0 1-1,-53-35 1,36-1-1,17 18 1,-106-88 0,-52 0-1,-1-71 1,-35-52 0,106 105-1,35 0 1,35 53-1,1 0 1,17 1-16,-18-1 16,-140-318-1,52 195 1,106 106 0,0 34-1,18-16 1,17 69-1,18-34 17,-35 35-17,0-36 1,35 53 0,0-17-1,0 0 1,-36 17-1,36-17 17,18 35 46,35 0-63</inkml:trace>
  <inkml:trace contextRef="#ctx0" brushRef="#br0" timeOffset="60231.08">5980 17709 0,'-18'0'16,"-17"-17"-1,-1 17 1,-17-35 0,-17 35-1,-124-36 1,70 1-1,-17-18 17,-53 18-17,-17-18 1,52 18-16,-141 35 16,-35-53-1,-18 53 1,53-36-1,-35 1 1,229 0 0,18 35-1,70 0 1,18-35 93,36 35-109</inkml:trace>
  <inkml:trace contextRef="#ctx0" brushRef="#br0" timeOffset="61684.28">2328 16704 0,'0'35'156,"-35"71"-140,35-71 0,-71 159-1,71-123 1,-35-36 0,35-17-1,18 17 16,17-35-15,-17 0 15,70 0-15,-70 0-16,35 0 16,17 0-1,-35 35 1,1-35-1,-19 0 1,19 0 15</inkml:trace>
  <inkml:trace contextRef="#ctx0" brushRef="#br0" timeOffset="65045.83">2505 16087 0,'-18'0'94,"18"-36"94,-18-34-173,18 17-15,0 0 16,-35-53 0,-35-106-1,70 107 1,-36-36-1,36-18 1,-35-18 0,-18-17-1,18 89 1,35-19 0,0-17-1,0 17 1,0-52-1,0 35 1,0-35 0,17 17-1,19-53 1,-36 159 0,88-88-1,-53 53 1,71-71-1,-35 71 1,17-71 0,35-17-1,1 17 17,-36 71-17,53-36 1,-88 89-16,70-88 15,1 35 1,-36 35 0,71-53-1,-71 35 1,18 18 0,35-17-1,18-36 1,-89 71-16,1-1 15,-1 1-15,36 0 16,35 0 0,-35 35-1,35 0 17,-70 0-17,-1 0 1,19 17-1,-1 18 1,0 18 0,0 0-1,-53 18 1,1-36 0,-36 0-1,70 54 1,-17-37-1,-35-16 1,35 17 0,-18 0-1,18-18 17,-18 0-17,1 0 1,-19-17-1,18-18-15,-17 35 16,17-35 0,-35 36-1,36-36 1,-19 17 15,-70 19 110,18-36-141</inkml:trace>
  <inkml:trace contextRef="#ctx0" brushRef="#br0" timeOffset="68876.84">9278 13388 0,'71'18'141,"17"17"-126,35 18 1,18 17-1,0 18 1,18 36 0,-71-36-1,36 194 1,-18-105 0,-36 17 15,36 70-16,-71-105 1,-35 0 0,0 0-1,0-36 1,-17 18 0,17-70-16,-36 35 15,1 17 1,-18 18-1,-35-17 1,53-54-16,-36 54 16,18-36-1,-17-18 1,-1-17 0,18 18 15,-35-1-16,0-34 1,0-1 0,-53 18-1,-71 88 1,71-70 0,17-18-1,36-36 1,71 18-1,-36-35-15,0 36 16,-18-36 0,-35 35-1,0-17 1,36 17-16,-71 0 16,0 0 15,35 1-16,0-36 1,18 35 0,0-35-1,35 35 1,-18-35 0,1 36-1,-19-1 1,37-35-1,-1 17 1,17-17 47,72 0 30,34 0-77</inkml:trace>
  <inkml:trace contextRef="#ctx0" brushRef="#br0" timeOffset="76456.11">12541 13388 0,'0'-18'125,"-17"-17"-94,-19 17-15,-52-52 15,35 70 0,18 0-31,-18 17 32,18 36-1,35 0-15,0 0-1,35 35 1,53-35-1,-17-17 1,-36-36 0,18 0-1,-18-53 1,1 53-16,-36-53 16,0 17-1,0 1 1,0 18 15,0 52 63,35 18-79,-35 0 1,0 52 0,0 90-1,-18-90 1,-17-34 0,-18-36-1,0 18-15,35-53 16,-17 35-16,-18-35 15,0 0 1,-17-17 15,52-19-15,-35 19 0,18 17-1,35-35 16,18-1-15,17 19-16</inkml:trace>
  <inkml:trace contextRef="#ctx0" brushRef="#br0" timeOffset="77222.19">12859 13370 0,'0'18'31,"-18"52"1,18 1-1,0-124 78,0 0-93,0 0-1,0 0 1,0 18 0,18 35 15,-1-18-15,72 18-1,-54 0 1,18 0-1,-36 0 17</inkml:trace>
  <inkml:trace contextRef="#ctx0" brushRef="#br0" timeOffset="77839.58">13458 13423 0,'-17'-17'32,"17"-36"-32,-35 53 15,17-18 1,-35 18 0,-18 0-1,19 18 1,52-1-1,-36 36 1,36-18 0,36 18 15,16-53-15,-16 0-1,-1 0 1,0-35-1,-35 17 1,18 18 62,52 36-62,-52-1-1,35-35 1,0-18 0</inkml:trace>
  <inkml:trace contextRef="#ctx0" brushRef="#br0" timeOffset="78437.98">14093 12912 0,'0'0'0,"-17"-89"16,-18 89 0,-1-17-1,1-18 1,-18 35-1,18 0 1,0 17 0,-1 1-1,36 35 1,0 53 0,0-18-1,0 18 1,18 17-1,-18-35 1,35 0 0,-35-35-1,0-17 32,0-19-16</inkml:trace>
  <inkml:trace contextRef="#ctx0" brushRef="#br0" timeOffset="79154.17">13811 13370 0,'18'-17'16,"35"17"-1,17-36 17,1 36-17,-36 0 1,0 0 15,-35 36 0,18-1-15,-18-17 0,35 17-1,1 0 1,-1-35-1,0 0 1,-17 0 0,17 0 15,0-18-15,-17-34-1,17 16 1,-35 19-1,0-19 1,0 1 0,-35-18-1,-53 18 1,17 0 0,18 35-1,0 0 1,18 0-1,35 35 1,0 18-16,0-36 16,0 72-1,18-36 17,17-18-17,-35-18 1</inkml:trace>
  <inkml:trace contextRef="#ctx0" brushRef="#br0" timeOffset="88998.4">17374 12488 0,'0'-17'78,"-35"17"-62,0-18-1,-18 18 1,0 0 0,18 0 15,17 71-16,18-54 17,0 19-17,71-19 1,-19 36 0,19 0-1,-18-18 1,-18-17-1,-35 17-15,35 0 16,-52-17 15,-18 17-15,-36-35 0,0 0-1,19 0 1,16-17-1,36-1 1,-35-17 15</inkml:trace>
  <inkml:trace contextRef="#ctx0" brushRef="#br0" timeOffset="89498.59">17727 12418 0,'0'53'62,"0"0"-46,0 52-1,0-16 1,0-36 0,0-1-1,0-34 1,0-36 62</inkml:trace>
  <inkml:trace contextRef="#ctx0" brushRef="#br0" timeOffset="89954.88">17709 12382 0,'0'0'16,"0"-17"-1,18 17 1,35 0-1,0-35 1,0 35 15,53 17-15,-71-17 0,0 35-1,-35 1 1,0-19-1,-35 19 1,-18-1 0,-18-35-1,36 35 1,0-35 0</inkml:trace>
  <inkml:trace contextRef="#ctx0" brushRef="#br0" timeOffset="90998.88">18415 12894 0,'18'0'63,"52"18"-48,-17 17 1,71 18 0,-54-18-16,36 0 15,194 159 1,-177-105 0,-35-36-1,-35-1 1,-53-16-1,36-36 1,-36 17 47</inkml:trace>
  <inkml:trace contextRef="#ctx0" brushRef="#br0" timeOffset="91696.94">19844 13847 0,'-18'-36'47,"-52"1"-31,-1 35 0,18 0-1,0 0 1,53 18-1,0 17 32,71-17-31,-36 17 0,53 88-1,-35-70 1,-18-18-1,-35 18 1,-17-17 0,-54-1-1,-17-35 1,35 0 0,18-18-1,35-17 1,0 17-1,17 18 1</inkml:trace>
  <inkml:trace contextRef="#ctx0" brushRef="#br0" timeOffset="92047.04">20091 13970 0,'0'0'31,"0"35"0,0 142 1,0-107-17,0-35 1,0 18 0,0-88 15,0 0-31</inkml:trace>
  <inkml:trace contextRef="#ctx0" brushRef="#br0" timeOffset="92668.72">20091 13935 0,'0'-36'31,"0"72"-31,70-107 32,36 71-1,-88 35-15,17 18-1,-35 36 1,0-54-1,-35 0 1,17-35 0,-35 0-1,71-18 48,35 18-32,35 89 0,-88-1 1,-18-53-17,-52 0 1,-1-35-1,36 0 1,0 0 0,-18 0 62</inkml:trace>
  <inkml:trace contextRef="#ctx0" brushRef="#br0" timeOffset="93622.77">17745 13282 0,'0'35'63,"0"1"-48,0 34 1,35 159 0,-35-87-16,0 69 15,35 230 17,18-264-17,-53-107 1,0-35-1,0-17 1,-17-18 47</inkml:trace>
  <inkml:trace contextRef="#ctx0" brushRef="#br0" timeOffset="94312.21">17886 15099 0,'0'-35'16,"-18"-1"15,-52 19-15,17 17-1,-18 0 17,1 0-17,34 0 1,36 35 15,0-17-15,18-18-16,35 35 15,17 53 1,36-35 0,-53 0-1,-18 0 1,-35-18-1,-52 0 1,-1-35 0,0 0-1,-18 0 17,71-17-17,-17-19 1,17 1-1</inkml:trace>
  <inkml:trace contextRef="#ctx0" brushRef="#br0" timeOffset="94844.88">18186 15293 0,'0'0'0,"0"70"31,0-34 0,0-89 16,0-53-31,0 18-1,0-18 1,35 71 0,-17 17-1,17 18 1,0 0-1,-17 0-15,17 35 16,0 18 0,-35 53-1,36-18 17,-36 36-17,0-89 1,0-53 31</inkml:trace>
  <inkml:trace contextRef="#ctx0" brushRef="#br0" timeOffset="95045.03">18150 15240 0,'18'0'31,"158"0"0,-140-35-15,-1-1-16</inkml:trace>
  <inkml:trace contextRef="#ctx0" brushRef="#br0" timeOffset="96027.67">17057 13264 0,'-18'18'31,"-35"-18"-15,-53 53-1,-17 35 1,35-53-16,-142 89 16,-17 35-1,-17 17 1,-1 18 0,-52 71-1,193-142 1,89-88-1,0 1 1,52-36 15,1-18-15,17 18 15,-35-18-31</inkml:trace>
  <inkml:trace contextRef="#ctx0" brushRef="#br0" timeOffset="97010.9">15046 14834 0,'-35'0'32,"17"0"-17,-70 0 1,35 0-1,-35 18 1,88 17 0,-36-35-16,36 18 15,0 17 1,0-17 15,53 17-15,88 0-1,-52 1 1,-36-1 0,-53-17-1,35 17 1,-88 0 0,35-35-16,-70 18 15,0-18 1,35 0-1,18 0 1,52 0 15,19-36-15</inkml:trace>
  <inkml:trace contextRef="#ctx0" brushRef="#br0" timeOffset="97644.04">15452 14940 0,'0'-18'32,"0"-17"15,-53 35-32,-71 18 16,36 105 1,141 54-1,176-89 0,-158-88-31,-1 0 16,1 0-1,-53 0 1,-18-18 0,-18 18 31</inkml:trace>
  <inkml:trace contextRef="#ctx0" brushRef="#br0" timeOffset="99734.04">16140 15187 0,'0'0'0,"52"0"110,19 0-95,-18 0 1,53 0-1,88-35 1,-88 35 0,-1 0-1,54-35 1,-71 35-16,18 0 16,106 0-1,-124 0 16,-17 0-15,-54 0 0,19 0-1,-54 0 126</inkml:trace>
  <inkml:trace contextRef="#ctx0" brushRef="#br0" timeOffset="101858.76">15505 15557 0,'0'18'63,"17"0"-48,18-18-15,-35 35 16,89 0 0,-1-17-1,0 35 1,18 0 0,-18 0-1,71 53 1,-71-54 15,18-34-15,0 17-1,35 1 1,-88-36-16,35 35 16,35 0-1,-34 0 1,16 1-1,37-1 1,-54-35 0,18 0-1,-18 0 1,0 0 0,-35 0-16,70-18 15,-34 18 16,34-35-15,-17 0 0,0 0-1,-36 17 1,-17-17 0,0-18-1,18 17 1,-54 36-16,54-35 15,-18 18 1,0-19 0,17 1-1,-17-36 1,-18 19 0,18 16-1,0-17 1,0 0 15,0 18-31,-18-18 16,18-17-1,-17-1 1,16 18 0,1-35-1,-17 53 1,17-36-1,-1 18 1,-16-53 0,17 71-16,-18-18 15,18 18 1,0 0 0,-36-18-1,19-35 1,-1 35 15,0 17-15,1-17-1,-1 18 1,0 18 0,-35-19-1,18 36 1,-18-17-1,35 17 1,-17-36 0,-36 36 124,-17 0-124</inkml:trace>
  <inkml:trace contextRef="#ctx0" brushRef="#br0" timeOffset="102801.43">19315 14182 0,'-36'17'78,"-17"1"-62,0 17-1,-123 106 17,0-17-17,-159 70 1,193-88 0,54-36-1,18-17 1,34-18-1,19-17 17,34-18 46</inkml:trace>
  <inkml:trace contextRef="#ctx0" brushRef="#br0" timeOffset="122912.44">25365 2258 0,'0'-36'62,"0"19"1,0-18-32,0-18-15,-18 35-1,-17-35 1,17 35 0,-17 18-1,0 0 1,17 0 15,18 53-15,-35-53-16,35 71 15,0-1 1,17-17 0,19-53 15,-19 18-15,19-18-1,-1-35 1,0 17-1,-35-17-15,18 35 16,-18-35-16,0 17 31,0 53 47,0 53-62,35-52 15,18-36 1,-18-18-17,-35-17 1,18-18-1,-18 0 1,0 35 0,0-17-1,35 35 48,18-35-32,-18 35 0,-35 17 1,0 1-17,36 35 1,-36 0-1,17-18 1,-17-17 0,35-18-1,1 0 1,-19 0 0,-17-36-1,0 1-15</inkml:trace>
  <inkml:trace contextRef="#ctx0" brushRef="#br0" timeOffset="124628.39">25859 2064 0,'0'53'93,"0"0"-77,0-18-16,35 0 31,-17-35 1,17 0-17,0-18 1,-17 1-1,-18-36 1,0 0 0,0 35-1,35 18 95,0 0-95,-17 36 17,-18-1-17,35-35-15,-35 18 16,0 17-1,35-18 1,-17 19 0,17-36-1,1 0 1,-19 0 0,19-18-1,-36 0 1,35-87-1,-70 52 1,-18 17 0,0 36-1,17 0 17,-16 0-17,16 0 1,36 36-1,0-19 1,18 19 0,17-36-1,18 0 1,0 0 0,-18-18-1,-17 0 1,17-17 15,-17 35 0,17 0 1,-35 18-17,35-1 1,-17 36-1,-18-17 1,35-36 0,1 17-1,17-17 1,-1 0 0,1-17-1,-35-1 1,-18-35-1,0 0 1,-18 53 47,-17 88-32,35-52-16,0-1 1,35-35 0,1 35-1,52-53 1,-35-34 0,-18-1-1,0 0 1,1 0-1,-1 35 1,0 18 0,-17 0 31,17 0-32,0 35 1,-35 1-1,0-19 1,-17 19 0,-36-36-1,0 0 1,35 0-16</inkml:trace>
  <inkml:trace contextRef="#ctx0" brushRef="#br0" timeOffset="125311.09">25400 1799 0,'0'-17'78,"88"-19"-62,-53-17-1,18 18 1,-17 35-1</inkml:trace>
  <inkml:trace contextRef="#ctx0" brushRef="#br0" timeOffset="127577.35">27728 1587 0,'0'53'62,"0"-17"-46,0-19-1,0 36 1,0 18 0,-35 35-1,35-89 1,0 36-1,0-35 1,0-36 62,18-17-62,-1 35-1,-17-18 1,53 18 0,-17 0-1,-19 0 1,54 0 0,-71 53-1,0 0 1,0-18-1,-18 18 1,-35-53 0,-17 0-1,52 0 1,-17 0 0,52 0 62,19 0-63,17 0 1,-1 0 0,19-35-1,-18 0 1,0-1-1,-36 19 1,-17-18 0,0 52 62,0 1-63,0 70 17,36-70-1,-1-18-15,-17 0-1,-18-36 1,35-17-1,0 18 1,0 35 0,-17 0-1,17 53 17,-35 0-1,0-18-16,0 1 1,18-36 0,17-18 15,1-35-15,-1 0-1,0 35 1,-17 18-1,17 0 1,0 36 15,-35-1-15,36 0 0,-19 1 15,19-36-16,16 0 1</inkml:trace>
  <inkml:trace contextRef="#ctx0" brushRef="#br0" timeOffset="129392.28">28928 2028 0,'0'-17'16,"-36"-18"15,-16 35 0,16 0-15,-17 35-1,0 18 1,53-36 0,18 19-1,35-36 1,-18 0 0,18-36-1,-35 19 1,-18 52 78,35-35-79,53 35 16,-52-35-15,-1 0 0,0-35-1,-17-18 1,-18-17 0,35 70 46,-17 0-46,17 0-1,0 0 1,-17 0 0,-18 35 15,0 0-16,0-17 1,35-18 0,-17 35-1,35-35 1,-18-18 0,-17-17-1,17-18 1,-35 18-1,0 70 64,0 18-64,35-35 1,-35 17-1,35-35 1,18 0 0,-35 0-1,35-18 1,-18 1 0,36-19-1,-36 36-15,18-35 16,-18 35-1,-17 18 17,17-18-17,-35-18 79,-35 18-78,0 0-1,-18 0 1,-18 18 0,71 17-1,0 18 1,0-18-1,53-35-15,-18 0 16,1 0 0,-1-35-1,0 0 17,0 52 77,-17-17-93,17 0-1,-17 0 1,88-53-1,-71 18 1,53-18 0,-52 18-1,-19 35 1,19 0 0,-36 35-1,0 18 16,35-18-15,-35 18 0,0-35-1,-35-18 17,-18 0-32</inkml:trace>
  <inkml:trace contextRef="#ctx0" brushRef="#br0" timeOffset="129945.37">29192 1393 0,'0'89'46,"-70"-54"-30</inkml:trace>
  <inkml:trace contextRef="#ctx0" brushRef="#br0" timeOffset="130241.95">28628 1393 0,'0'0'31</inkml:trace>
  <inkml:trace contextRef="#ctx0" brushRef="#br0" timeOffset="131775.03">31503 2046 0,'0'-35'31,"-53"0"0,53 17-15,-70 18-1,17 0 1,-18 0 0,71 18 15,0 34-15,18 1-1,35-53 1,-18 0 15,0-17-15,0-36-1,-17-71 1,-18 19 0,0 34-1,0 36 1,0-1-1,0 72 17,0 17-17,0 17 1,71 71 0,-36-70-1,18-54 1,-18-17 15,0 0-15,1 0-1,-36-35 1,0 18 0,0-19-1,-18 36 1,0 0-1,18 36 1,0 34 0,0-17-1,53-35 1,0-18 0</inkml:trace>
  <inkml:trace contextRef="#ctx0" brushRef="#br0" timeOffset="133256.85">32191 1587 0,'0'53'31,"0"36"-15,0-1 15,0 18-15,0-36-1,-35-17 1,52-71 31,1-17-32,17 18 17,1 34-1,-1 71-15,-35-35-1,0-35 1,-18 17 31,-17-35-32,17-17 1,-17 17 0,35-18-1,18 18 32,35 0-31,-1 0-1,-16 0 1,17 0-16,-36 0 16,19-35-1,-1-1 1,-35 19-1,-18 17 48,18 35-32,0-17-15,0 17-1,18-35 1,35 0 15,-53-18-15,35 1 0,-35-19-1,0 1-15,0 53 63,0 17-48,0 0 1,18 1 0,17-1-1,0-35 1,-17 0-1,-18-18 1,35-17-16,-35 17 16,35-17-1,-35 0 1,18 35 0,17 17 46,1 36-31,-1-17 1,-53-1 14,-17-18-14,17-17-1</inkml:trace>
  <inkml:trace contextRef="#ctx0" brushRef="#br0" timeOffset="133606.94">33073 2099 0,'-18'-35'31,"1"35"1,-19 17-17,1 54 32,70-36-16,106 0 1,-88-52-17,-35 17-15</inkml:trace>
  <inkml:trace contextRef="#ctx0" brushRef="#br0" timeOffset="133873.22">33302 2170 0,'0'0'0,"0"-36"15,0 19 32,-88 17-16,53 0 1,52 35-1,107 0 0,-71-35-15,-18 0-1,0 0 1</inkml:trace>
  <inkml:trace contextRef="#ctx0" brushRef="#br0" timeOffset="141435.57">28134 4057 0,'-18'0'32,"18"35"-1,-17 36 0,17-1 0,-36-17-15,36 0 0,18 0-1,0-18 1,17 1 0,18-19-1,-18 19 1,36-1-1,17-35 1,-53 0 0,18 0-1,0-18 1,0-17 15,-18 0-15,1 17-1,-1-17 1,0-1 0,-35 19-16,0-18 15,18 17 1,-18-35 0,0 0-1,0 18 1,0-18-1,0 18 1,-18-1 0,0 19-1,-17-19 1,35 19 0,-17-19 15,-36 36-16,17-35 1,1 35 0,0 0-1,-18 0 1,0 0 0,18 0-16,-18 18 15,35-18 1,18 17-1,-53 19 1,0-1 0,53 0-1,-35-17 1,0 17 15,35 0-15,0-17-1,-36 17-15</inkml:trace>
  <inkml:trace contextRef="#ctx0" brushRef="#br0" timeOffset="142378.24">28081 4568 0,'0'-17'32,"-35"17"93,-89 106-94,-70 17 0,-17 71 0,158-141-15,-71 18 0,1 34-1,52-52 1,36-53-16,35 36 16,18-54 109</inkml:trace>
  <inkml:trace contextRef="#ctx0" brushRef="#br0" timeOffset="142875.01">27129 5186 0,'17'0'31,"-17"17"1,-35 36-17,0-17 1,-1-1 0,36 0 15,0 0 0,18-35-15,17-17-1,1-18 1,17-1 0,-18 36-1,-35-17 1,-18 17-1,-17-36 1</inkml:trace>
  <inkml:trace contextRef="#ctx0" brushRef="#br0" timeOffset="143701.38">28681 4586 0,'17'0'32,"72"35"-1,-36 1-16,17 17 1,-70-18-16,106 35 16,-35-17-1,17 18 1,18-1 0,35 19-1,-53-19 1,-35-17-1,0 0 1,-18-18 0,-17 1-1,-18-19 1,35 18 0,-35-52 46</inkml:trace>
  <inkml:trace contextRef="#ctx0" brushRef="#br0" timeOffset="144075.04">29739 5239 0,'18'0'62,"-18"53"-30,0-36-1,0 19-16,-53-36 32,18 0-31,35-18 31,0 0 0</inkml:trace>
  <inkml:trace contextRef="#ctx0" brushRef="#br0" timeOffset="146699.57">26829 5556 0,'0'0'0,"-36"0"16,-16 0-1,-1 18 1,53 0-16,-18 17 16,-35 18-1,0 0 1,-17 35-1,70-35 1,0 17 0,35-17-1,18 18 1,-18-54-16,0-17 16,106 89-1,-52-89 1,-36 0 15,17-36-15,18-34-1,-35-1 1,-53 54 0,0-36-1,0 0 1,0 17-16,0-34 15,-17 17 1,-36-18 0,-36-17-1,37 88 1,-1-17 0,-18 17-1,18 17 1,-17 71 15,-1 54-31</inkml:trace>
  <inkml:trace contextRef="#ctx0" brushRef="#br0" timeOffset="147569.15">26458 6209 0,'-35'18'78,"-36"87"-63,-17-52 1,-18 53 0,-52 35-1,-1 18 1,18-53-1,0 0 17,88-71-17,35-17 1</inkml:trace>
  <inkml:trace contextRef="#ctx0" brushRef="#br0" timeOffset="148031.78">25559 6967 0,'-18'0'63,"-17"36"-47,35-1-16,-18-35 15,18 35 1,-35 0-1,70-70 32,36-18-31,-1 18 0,-34 35-1,-1 0 1,-70 0 46,-1 0-46,54-18 15,52-70-31</inkml:trace>
  <inkml:trace contextRef="#ctx0" brushRef="#br0" timeOffset="148698">26811 6262 0,'35'17'63,"1"19"-48,69 70 17,-16-36-17,17 18 1,-36 18-1,-35-53-15,1 0 16,34 53 0,-35-53-1,18-18 1,-17 18 0,-36-18-1</inkml:trace>
  <inkml:trace contextRef="#ctx0" brushRef="#br0" timeOffset="149248.32">27446 6967 0,'18'18'94,"17"17"-79,0-17 1,-17-18-1,-18-53 48,-18 18-32,1 17 0,-19 18 16,-17 18-31,53 17-16</inkml:trace>
  <inkml:trace contextRef="#ctx0" brushRef="#br0" timeOffset="151596.54">29739 5433 0,'0'35'437,"-35"0"-312,0-17-94,-1 35-15,19 88 15,17-88-15,0 0 0,53 17-1,35-17 1,-18 0-1,-17-35 1,0-18 0,18 0-1,-54 0-15,19-18 16,17-70 0,-1 53-1,-16-18 1,-36-18-1,0 18 1,0 0 15,-36 1-15,-16 16-16,-37-52 31,36 88-15,1 0-1,-1 0 1,0 35 0,0-35-16</inkml:trace>
  <inkml:trace contextRef="#ctx0" brushRef="#br0" timeOffset="152218.78">29722 5980 0,'0'35'31,"0"-18"0,0 19-15,0-1-16,-36 71 47,36-18-31,-35 18-1,-36 35 1,36 0-1,0-53 1,0-35 0,35-17-1,0-1 17,0-53 46</inkml:trace>
  <inkml:trace contextRef="#ctx0" brushRef="#br0" timeOffset="153301.99">29457 6862 0,'-35'0'15,"35"-18"32,0 71 47,0 17-78,0-17-1,17-53 32,-17-35-31,53 0-1,-18-1 1,-17 36 0,17-35-1,-70 18 95,0 17-95,35-36 17</inkml:trace>
  <inkml:trace contextRef="#ctx0" brushRef="#br0" timeOffset="155562.03">27605 7179 0,'-35'0'16,"17"0"0,-17 0-1,-18 0 1,17 0-1,-52 88 1,18-53 0,17 18-1,18 18 1,-1 17 0,36-35-1,18 18 1,52 17-1,36-18 1,-70-34-16,69-19 16,1 19-1,0-36 1,-18 0 15,18-18-15,-35-35-1,-1-53 1,-52 53 0,-18 0-1,0-52 1,-18-1 0,-35 53-1,-17-18 1,-18 18-1,35 0 1,-18 36 0,36 17-1,-18 0 17,18 0-32,-18 0 15,17 0 1,1 35-1,0-35-15</inkml:trace>
  <inkml:trace contextRef="#ctx0" brushRef="#br0" timeOffset="157717.06">27852 7955 0,'17'0'47,"1"0"-31,17 0-1,18 35 1,106 89 0,-18-1-1,71 1 1,-18-18 0,-71-36 15,-52-35-16,-18 1 1,-36-36 31</inkml:trace>
  <inkml:trace contextRef="#ctx0" brushRef="#br0" timeOffset="158159.53">28998 8572 0,'0'18'94,"36"17"-63,-36-17-15,-53-18 62,17 0-62,19 0-1,17-35 17,35-1-17</inkml:trace>
  <inkml:trace contextRef="#ctx0" brushRef="#br0" timeOffset="161857.93">25347 7214 0,'-70'0'16,"-1"0"15,18 36 1,35-1-17,-17 0 1,35 36-1,-35 35 1,35-18 0,0-35-1,0 0 1,0 17 0,17-17-1,36 0 1,18 0 15,0-36-15,-19 19-1,37-36 1,-36 0 0,-1 0-1,1 0 1,-17-71-1,17 36 1,-1 0 0,-16-54-1,-1 37 1,-35-19 0,0 18-1,0 18 1,-18-36-1,18 1 17,-35 52-32,0-53 15,0 19 1,-18 16 0,17 19-1,-17-19 1,1 36-1,34 0 1,-35-35 0,0 35-1,-35 0 1,35 0 0,0 0-1,35 0 1,-17 71 15,-18 34-15,0 37-1,0-19-15</inkml:trace>
  <inkml:trace contextRef="#ctx0" brushRef="#br0" timeOffset="168176.63">28346 4057 0,'0'18'78,"-18"-18"-47,18 17-15,0 18 15,0 36 0,0-36-15,-35 18 0,35 18-1,0-18 1,0-36-1,0 19 1,0-72 78,0 19-79</inkml:trace>
  <inkml:trace contextRef="#ctx0" brushRef="#br0" timeOffset="169253.94">28346 4092 0,'35'35'156,"-35"36"-140,0-18-1,18-35 1,-18 17-1,35-35 1,-35 35-16,18-35 31,17-17 141,-35-19-141,35 19-15,-35-19 15,35-34 1,-35 34-1,18 1 0,-18 18-15,0-19 15,35 36-15,-70 18 218</inkml:trace>
  <inkml:trace contextRef="#ctx0" brushRef="#br0" timeOffset="172087.55">26987 4022 0,'0'17'140,"-17"-17"-124,17 18 15,-18 17-15,-17 0 0,0 1-1,-1-1 1,1 0-1,0 1 1,0-19 0,17 19 15,-17-1 16,52-18 78,19-17-110,-1 0 1,0 36 0,-17-36-1,88 35 1,-71-35 15,18 35-15,-18-35-1,-17 18 1,17 17 0,-53-35 93</inkml:trace>
  <inkml:trace contextRef="#ctx0" brushRef="#br0" timeOffset="173136.91">26617 4551 0,'35'0'47,"-35"-35"-16,18 35-15,17 0 15,-17 17 0,17-17-15,0 35 15,1-17-15,-1-18 0,36 35-1,-36 1 1,0-1-1,-17-35 1,17 18 0,0 17 15,-17-35 16,-18 17-16,35-17 0,-52 0 126</inkml:trace>
  <inkml:trace contextRef="#ctx0" brushRef="#br0" timeOffset="176982.06">29686 4004 0,'0'-18'78,"18"18"-15,17 18-16,-17 0-32,52 35 17,-17-1-1,0 19 0,0-53-15,0-18-1,0 35 1,-18-35-16,-35 35 16,88 1-1,-70-36 1,-18 17-1,35-17 1,1 35 0,-54 1 171,-17-19-171,-18 19-1,17-36 1,19 35 0,-18 0-1,-18-17 1,0 17 0,0 0-1,18 1 1,-18-1 15,17-35-15,36 18-1,-17-18 1,17 35 0,-36-35-1,1 35 1,53-53 171</inkml:trace>
  <inkml:trace contextRef="#ctx0" brushRef="#br0" timeOffset="188176.32">26811 5750 0,'-35'0'110,"35"36"-95,-35-1 1,35 71 15,-36-89-15,36 36-16,0-18 31,0-70 16</inkml:trace>
  <inkml:trace contextRef="#ctx0" brushRef="#br0" timeOffset="188777.05">26723 5821 0,'0'-18'31,"18"18"-15,17 0 47,-35 35-48,0 18 1,35 18-1,-35-36 1,35 0 0,-17-35 31,17 0-32,-35-35 16,18-35-15,17 17 0,-35 0-1,35 0 1,-35 18 0,0 17 15,-35 36 78</inkml:trace>
  <inkml:trace contextRef="#ctx0" brushRef="#br0" timeOffset="190231.24">25576 6050 0,'-17'0'63,"-19"18"-32,-34 35 0,17-18-15,0 0 0,0-17-1,18-18 1,17 35-1,18 0 32,0-17 16,141 17-32,-17 1 0,-18-19 1,-89-17-17,-17 36 48</inkml:trace>
  <inkml:trace contextRef="#ctx0" brushRef="#br0" timeOffset="190950.95">25259 6385 0,'35'0'125,"0"0"-94,-17 36-15,17-1-1,36-35 1,-18 17 0,0-17-1,-36 36 16,19-36-15,-54 0 125</inkml:trace>
  <inkml:trace contextRef="#ctx0" brushRef="#br0" timeOffset="193246.67">27481 6174 0,'18'0'203,"88"53"-187,-71-18 0,18-18-1,0 19 1,-35-19 0,-18 19-16,35-36 15,-17 53 1,-18-36 31,0 18 46,0-17-46,-36-18-31,-70 35 15,1 1 0,34-1 1,71-17-1,-35-18 110</inkml:trace>
  <inkml:trace contextRef="#ctx0" brushRef="#br0" timeOffset="194989.41">29228 8784 0,'-18'0'31,"-17"0"-15,-1-35-1,19 35 1,-18 0-1,17 0 17,-35 0-17,0 18 1,0-18 0,18 17-1,0 36 1,-1-18-1,36-17 1,0 17 0,0 18-1,18-18 1,17 18 0,-17-35-1,17 17 1,-17 1 15,123-1 0,-88-35-15,0 0 0,35 0-1,-18-18 1,-34-17-1,-1 0 1,0-18 0,-35 17-1,36-69 1,-36 52 0,0 0-1,0 18 1,-18-18-1,0 0 1,-17 17 15,0 19-15,-1-19 0,-52 1-1,35 35 1,0 18-1,18 17 1,-18 18-16,0 0 16,18 0-1</inkml:trace>
  <inkml:trace contextRef="#ctx0" brushRef="#br0" timeOffset="198473.28">29157 5962 0,'-18'18'140,"1"-18"-124,17 52-16,-35-34 16,-18 17-1,17-35 1,1 36-1,0-36 1,35 17 0,0 19 46,53-36-31,-53 17-15,106-17 0,-71 36-1,-18-36 17,-17 35-17,36-35 16,-54 0 16</inkml:trace>
  <inkml:trace contextRef="#ctx0" brushRef="#br0" timeOffset="199028.11">28910 6279 0,'18'0'109,"35"0"-93,53 53 15,-18 0 0,-53-53-15,-35 36 62</inkml:trace>
  <inkml:trace contextRef="#ctx0" brushRef="#br0" timeOffset="200852.25">29333 7091 0,'-35'0'140,"18"0"-124,-54 35 15,36 0 0,17 1-15,18-19 0,-35 19-1,35-19 1,-35 18 0,35 1-1,0-19 1,0 19-1,0 52 1,0-35 0,17 0-1,-17-36 1,35 19 15,1-1-15,-19 18-1,36-53 1,0 17 0,-18-17-1,54 36 1,-72-36 0,19 0-1,-1 0 1,-18 0-1,36-18 1,0 0 0,-35 18-1,17-35 1,1 0 15,-1 17-15,-35-17-1,0 0 1,17-1-16,-17-16 16,0-1-1,0 17 1,0-17 0,0 18-1,0 17 1,0-17-1,-35 0 1,35 17 0,-35-17-16,35 0 15,-18 17 1,-17 18 15,35-35-15,-35 35-16,17-18 31,-17 18-15,-18 0-1,-53 0 17,53 35-17,35 1 1,-34-19-1,-1 36 1,0 53 0,53-71-1</inkml:trace>
  <inkml:trace contextRef="#ctx0" brushRef="#br0" timeOffset="205434.03">27834 8343 0,'0'18'140,"18"17"-93,70-17-31,0 52 15,-17-34 0,-71-19 0,-36 18 16,1-17-31,35 17-16,-53 1 16,0-19-1,36-17 1,17 36-1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8:54:00.07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9031 4251 0,'35'0'63</inkml:trace>
  <inkml:trace contextRef="#ctx0" brushRef="#br0" timeOffset="795.61">9066 4251 0,'0'18'250,"0"-1"-234,0 89 15,-17-53 1,17-35-17,0-54 48,0-17-48,0-17 1,0 17 0,0 0-1,0-18 1,0 36 15,17 0-15,1 35-1,35 0 17,17 70-17,-52-17 1,17 18-1,-35-18 1,0 17 0,0-34-16,36-1 15,-36 0 1,35-35 0,-35 36-1</inkml:trace>
  <inkml:trace contextRef="#ctx0" brushRef="#br0" timeOffset="1282.07">9031 4410 0,'0'-36'47,"18"36"-31,35 0-1,-36 0 1,19 0 0,-19-17 15</inkml:trace>
  <inkml:trace contextRef="#ctx0" brushRef="#br0" timeOffset="2528.28">13141 4551 0,'0'17'78,"0"54"-62,0 52-1,0-52 1,0-18 0,35-53-1,-35-106 16</inkml:trace>
  <inkml:trace contextRef="#ctx0" brushRef="#br0" timeOffset="3127.53">13000 4445 0,'17'-35'31,"178"35"0,-107 0 0,-71 88 1,-52-35-17,0 0 1,0-18 0,35-53 62,88 18-63,18 18 17,-71 123-1,-123-17 0,-53-89 0,105-35-15,36-18 0,18 18 15</inkml:trace>
  <inkml:trace contextRef="#ctx0" brushRef="#br0" timeOffset="4349.75">11501 7955 0,'0'0'0,"0"-18"62,0-17-30,0 18-17,0-19-15,0 19 16,-53 17-1,0-36 1,0 36 0,-35 0 15,35 71-15,0-18-1,17 53 1,1 35-1,0 35 1,105-52 0,19-89-1,52 0 1,-18-35 0,-87 0-16,-1 0 15,-18 0 1</inkml:trace>
  <inkml:trace contextRef="#ctx0" brushRef="#br0" timeOffset="5842.84">6068 7937 0,'0'71'94,"0"17"-78,17 142 15,-17-125 0,0-87-31,0-36 47</inkml:trace>
  <inkml:trace contextRef="#ctx0" brushRef="#br0" timeOffset="6376.07">5803 8043 0,'0'0'0,"0"-35"16,18-18-1,52 18 1,1 0 0,-18 35 15,0 0-15,17 0-1,-17 0-15,0 17 16,-18 54-1,18-18 1,-35 35 0,-18 53-1,-18-53 1,-70-17 0,35-36-1,-17 0 1,-36-35-1,88 0 17,-17-17-17,35-19 32,18 36-47</inkml:trace>
  <inkml:trace contextRef="#ctx0" brushRef="#br0" timeOffset="7491.87">15699 7867 0,'0'0'16,"0"88"-1,17-53 17,-17 36-17,36-18 1,-1 35-1,-35-53 1,0-88 47,-18-17-63</inkml:trace>
  <inkml:trace contextRef="#ctx0" brushRef="#br0" timeOffset="7741.72">15681 7761 0,'0'-35'47,"123"0"-31,-17-1-1,-35 19 1,-36 17 0,-17 0-1,-18 17 17</inkml:trace>
  <inkml:trace contextRef="#ctx0" brushRef="#br0" timeOffset="8008.91">15769 7849 0,'71'0'31,"-54"0"-15,19 0-16,17 0 16,-18 0-1,-18 0 1,-17 36 15</inkml:trace>
  <inkml:trace contextRef="#ctx0" brushRef="#br0" timeOffset="8224.62">15804 8184 0,'0'0'0,"18"0"16,53 0-1,105 0 1,-105-17 0,-36-36-1</inkml:trace>
  <inkml:trace contextRef="#ctx0" brushRef="#br0" timeOffset="10456.96">6615 7408 0,'35'-17'47,"-35"-36"-31</inkml:trace>
  <inkml:trace contextRef="#ctx0" brushRef="#br0" timeOffset="10623.84">6826 7161 0,'0'0'0,"36"-17"15</inkml:trace>
  <inkml:trace contextRef="#ctx0" brushRef="#br0" timeOffset="10739.95">7038 6950 0,'0'-18'15</inkml:trace>
  <inkml:trace contextRef="#ctx0" brushRef="#br0" timeOffset="10890.52">7161 6826 0,'0'-35'31,"0"-18"-15,36 35-16</inkml:trace>
  <inkml:trace contextRef="#ctx0" brushRef="#br0" timeOffset="11023.36">7408 6544 0,'0'-35'47</inkml:trace>
  <inkml:trace contextRef="#ctx0" brushRef="#br0" timeOffset="11158">7567 6385 0,'18'-35'31,"17"35"-16,-17-18-15</inkml:trace>
  <inkml:trace contextRef="#ctx0" brushRef="#br0" timeOffset="11279.67">7796 6174 0,'18'-36'31</inkml:trace>
  <inkml:trace contextRef="#ctx0" brushRef="#br0" timeOffset="11423.81">7955 6032 0,'0'-35'16,"18"18"15,-18-36-31</inkml:trace>
  <inkml:trace contextRef="#ctx0" brushRef="#br0" timeOffset="11556.98">8114 5821 0,'35'-71'31,"-70"142"-31,88-177 16</inkml:trace>
  <inkml:trace contextRef="#ctx0" brushRef="#br0" timeOffset="11723.57">8255 5644 0,'0'-17'63,"35"17"-48,1-88 1</inkml:trace>
  <inkml:trace contextRef="#ctx0" brushRef="#br0" timeOffset="11873.16">8431 5486 0,'36'-36'31,"-72"72"-31,89-125 16</inkml:trace>
  <inkml:trace contextRef="#ctx0" brushRef="#br0" timeOffset="12007.36">8608 5274 0,'0'0'0,"0"-18"16,35-17-1,0 0 1</inkml:trace>
  <inkml:trace contextRef="#ctx0" brushRef="#br0" timeOffset="12222.78">8819 5045 0,'36'-53'15,"17"0"1,-36 35 0</inkml:trace>
  <inkml:trace contextRef="#ctx0" brushRef="#br0" timeOffset="13722.25">6826 5821 0,'0'-18'31,"36"-88"0,-1-17 0,-35 105-15,0-17 0,0 17 15,17 18-15,-17 36 62,36 69-63,-36 54 17,35 0-1,-35-177 47</inkml:trace>
  <inkml:trace contextRef="#ctx0" brushRef="#br0" timeOffset="14288.73">7197 5733 0,'0'-36'32,"0"-34"-17,0 17 1,35 18 0,-35-18-1,0 0 1,18 35-1,-18-17 17,0 52 46,35 54-63,-35-36 1,35 54 0,-35-37-16,35 37 15,-35-36 1,36-53 31,-54 0-32</inkml:trace>
  <inkml:trace contextRef="#ctx0" brushRef="#br0" timeOffset="15989.95">9031 5062 0,'35'18'94</inkml:trace>
  <inkml:trace contextRef="#ctx0" brushRef="#br0" timeOffset="16154.03">9278 5415 0,'0'0'15,"18"0"-15,17 18 16,0 17-1</inkml:trace>
  <inkml:trace contextRef="#ctx0" brushRef="#br0" timeOffset="16337.52">9525 5733 0,'35'17'16,"-70"-34"-16,106 34 15,-71 19-15,17-36 16,18 17 0,18 36-1</inkml:trace>
  <inkml:trace contextRef="#ctx0" brushRef="#br0" timeOffset="16453.84">9807 6015 0,'0'0'0,"35"17"31,1-17-15</inkml:trace>
  <inkml:trace contextRef="#ctx0" brushRef="#br0" timeOffset="16587.43">10037 6244 0,'35'35'15</inkml:trace>
  <inkml:trace contextRef="#ctx0" brushRef="#br0" timeOffset="16720.08">10248 6473 0,'35'36'31,"-70"-72"-31,70 89 0</inkml:trace>
  <inkml:trace contextRef="#ctx0" brushRef="#br0" timeOffset="16869.68">10336 6615 0,'0'0'15,"36"35"1,-1 0 0,-35-17-1,18-18-15,-18 35 16,35 0 0</inkml:trace>
  <inkml:trace contextRef="#ctx0" brushRef="#br0" timeOffset="17019.8">10548 7003 0,'35'17'32,"-17"19"-17,-18-1 1</inkml:trace>
  <inkml:trace contextRef="#ctx0" brushRef="#br0" timeOffset="17170.71">10760 7391 0,'0'0'31,"0"53"-31,35-36 16</inkml:trace>
  <inkml:trace contextRef="#ctx0" brushRef="#br0" timeOffset="17369.66">10901 7638 0,'0'35'31,"35"0"1,0-35-32</inkml:trace>
  <inkml:trace contextRef="#ctx0" brushRef="#br0" timeOffset="18785.72">10495 6068 0,'18'-36'31,"-1"19"-15,36 17 15,0-35-15,0 35 0,-35 52-1,-18 19 1,0-18-1,0 0 1,-53 17 0,0-34-1,18 17 1,35-18 0,0-17-1,17 17-15,36-35 16,0 35-1,0-35 1,0 0 15,-18-18-15,-52 36 46,-19 0-46</inkml:trace>
  <inkml:trace contextRef="#ctx0" brushRef="#br0" timeOffset="19701.77">10689 8361 0,'0'17'16</inkml:trace>
  <inkml:trace contextRef="#ctx0" brushRef="#br0" timeOffset="19868.62">10336 8361 0,'0'0'0,"-17"0"15</inkml:trace>
  <inkml:trace contextRef="#ctx0" brushRef="#br0" timeOffset="19985.63">10248 8343 0,'-70'0'31,"34"0"0</inkml:trace>
  <inkml:trace contextRef="#ctx0" brushRef="#br0" timeOffset="20151.79">9895 8326 0,'0'0'16,"-35"0"-1,17 0 1,-17 0-1</inkml:trace>
  <inkml:trace contextRef="#ctx0" brushRef="#br0" timeOffset="20268.93">9507 8361 0,'0'0'0</inkml:trace>
  <inkml:trace contextRef="#ctx0" brushRef="#br0" timeOffset="20392.8">9172 8361 0,'-53'-18'31</inkml:trace>
  <inkml:trace contextRef="#ctx0" brushRef="#br0" timeOffset="20568.62">8819 8290 0,'0'0'31,"-35"0"-31,18 0 16,17-35-16</inkml:trace>
  <inkml:trace contextRef="#ctx0" brushRef="#br0" timeOffset="20706.77">8361 8220 0,'-53'0'16,"106"0"-16,-212 0 31</inkml:trace>
  <inkml:trace contextRef="#ctx0" brushRef="#br0" timeOffset="20851">8008 8237 0,'-88'0'31,"176"0"-31,-211 18 16,87-18-16,-52 0 31</inkml:trace>
  <inkml:trace contextRef="#ctx0" brushRef="#br0" timeOffset="20970.71">7514 8290 0,'-35'0'32</inkml:trace>
  <inkml:trace contextRef="#ctx0" brushRef="#br0" timeOffset="21151.44">7320 8290 0,'-53'0'31,"18"0"-16</inkml:trace>
  <inkml:trace contextRef="#ctx0" brushRef="#br0" timeOffset="21484">6650 8255 0,'0'0'0,"0"-18"15,-35 18 1,17 0-1,-17 0 1,-1 0 0</inkml:trace>
  <inkml:trace contextRef="#ctx0" brushRef="#br0" timeOffset="23332.91">8502 8555 0,'-35'-18'16,"17"18"-1,-17 0-15,-18 0 16,18 0 0,-1 0-1,1 53 17,17 0-17,-17 0 1,35-18-16,0 18 15,0 0 1,35 0 0,54 0-1,-54-53-15,18 35 16,17-35 0,-34 0-1,-1 0 1,-35-53 15,0 18-15,-35 17-1,-1 18 17,-52 0-17,88 18 1,-35 35-1,35-18 1,17-17 0,19-18-1</inkml:trace>
  <inkml:trace contextRef="#ctx0" brushRef="#br0" timeOffset="27697.24">9190 4974 0,'0'0'31,"35"0"0,18-35-15,0 35-1</inkml:trace>
  <inkml:trace contextRef="#ctx0" brushRef="#br0" timeOffset="27880.81">9825 4974 0,'88'-53'32,"0"53"-17,-35 0-15</inkml:trace>
  <inkml:trace contextRef="#ctx0" brushRef="#br0" timeOffset="28014.34">10672 4939 0,'0'0'0,"35"0"16</inkml:trace>
  <inkml:trace contextRef="#ctx0" brushRef="#br0" timeOffset="28313.56">11095 4921 0,'17'0'31,"-34"0"-31,87 0 16,36 0 0,-70 0-1,-1 0 1,0 0 0,-17 0-1,17 0 1,-17 0 15,17 0-15,0 0-16</inkml:trace>
  <inkml:trace contextRef="#ctx0" brushRef="#br0" timeOffset="28530.18">11747 4921 0,'36'0'31,"-72"0"-31,125 0 31,34 0 1,-52 0-1,-18 0-16</inkml:trace>
  <inkml:trace contextRef="#ctx0" brushRef="#br0" timeOffset="28680.78">12206 4921 0,'0'0'15,"18"0"1,17 0 0,-17 0-1,17 0-15,0 0 16,-17 0-1,17 0 1</inkml:trace>
  <inkml:trace contextRef="#ctx0" brushRef="#br0" timeOffset="28880.93">12594 4921 0,'0'0'0,"53"0"32,-35 0-17,17 0 1,-17 0 0,17-35-1,0 35 1</inkml:trace>
  <inkml:trace contextRef="#ctx0" brushRef="#br0" timeOffset="29051.9">12841 4886 0,'18'0'15,"17"0"16</inkml:trace>
  <inkml:trace contextRef="#ctx0" brushRef="#br0" timeOffset="31722.69">11642 4304 0,'-36'35'63,"-52"18"-47,0-35-1,35 70 1,53-53-1,53-35 48,0 0-47,0 0-1,0 0 1,-18 0-1,-35-35 64</inkml:trace>
  <inkml:trace contextRef="#ctx0" brushRef="#br0" timeOffset="32028.88">11624 4233 0,'0'124'94,"0"-1"-78,0 18-1,35-35 1,-35-71 0,0-70 30</inkml:trace>
  <inkml:trace contextRef="#ctx0" brushRef="#br0" timeOffset="33221.79">13529 5098 0,'0'17'31,"0"19"16,35-36-15</inkml:trace>
  <inkml:trace contextRef="#ctx0" brushRef="#br0" timeOffset="33377.99">13811 5309 0,'0'0'0,"36"0"15,-1 36 1,0-1 15,18-35-15</inkml:trace>
  <inkml:trace contextRef="#ctx0" brushRef="#br0" timeOffset="33544.33">14252 5644 0,'0'0'0,"18"53"15,17-53 1,18 18-1,-18 17 1</inkml:trace>
  <inkml:trace contextRef="#ctx0" brushRef="#br0" timeOffset="33694.3">14658 5980 0,'0'0'0,"0"35"16,35-18 0,-17-17-1</inkml:trace>
  <inkml:trace contextRef="#ctx0" brushRef="#br0" timeOffset="33860.75">14887 6279 0,'35'53'16,"36"36"15,-53-89-15</inkml:trace>
  <inkml:trace contextRef="#ctx0" brushRef="#br0" timeOffset="34027.25">15169 6650 0,'0'0'0,"0"17"16,36-17-16,-1 36 15,-17-36 16</inkml:trace>
  <inkml:trace contextRef="#ctx0" brushRef="#br0" timeOffset="34127.98">15363 6914 0,'18'18'31</inkml:trace>
  <inkml:trace contextRef="#ctx0" brushRef="#br0" timeOffset="34193.8">15452 7038 0,'0'0'0,"0"35"16</inkml:trace>
  <inkml:trace contextRef="#ctx0" brushRef="#br0" timeOffset="34361.44">15540 7250 0,'17'35'31,"19"-35"1,-36 17-17</inkml:trace>
  <inkml:trace contextRef="#ctx0" brushRef="#br0" timeOffset="34576.85">15646 7461 0,'0'18'31,"0"-36"-31,35 71 32</inkml:trace>
  <inkml:trace contextRef="#ctx0" brushRef="#br0" timeOffset="35914.67">15575 6227 0,'0'-18'16,"0"-17"0,0-36-1,0-17 1,0 0-1,0 70 1,0-17 0,18 70 46,35 71-46,-18 35-1,18 141 1,-53-194 0,0-52-1,18-19 17,-36-17 30</inkml:trace>
  <inkml:trace contextRef="#ctx0" brushRef="#br0" timeOffset="37142.65">11906 8184 0,'18'0'31,"0"0"-15,34 0-1,-16 0 1,17-17-1</inkml:trace>
  <inkml:trace contextRef="#ctx0" brushRef="#br0" timeOffset="37291.87">12488 8167 0,'0'0'0,"36"0"15,-36-18 1</inkml:trace>
  <inkml:trace contextRef="#ctx0" brushRef="#br0" timeOffset="37609.19">13264 8043 0,'53'-17'31,"0"-19"-15</inkml:trace>
  <inkml:trace contextRef="#ctx0" brushRef="#br0" timeOffset="37758.94">13670 7973 0,'35'0'16,"-17"0"-1,35-18 1</inkml:trace>
  <inkml:trace contextRef="#ctx0" brushRef="#br0" timeOffset="37925.01">14023 7955 0,'35'0'31,"18"0"0,0 0-15</inkml:trace>
  <inkml:trace contextRef="#ctx0" brushRef="#br0" timeOffset="38074.68">14393 7973 0,'0'0'0,"36"0"15,-19 0 1,19 0 0,-1 0-1</inkml:trace>
  <inkml:trace contextRef="#ctx0" brushRef="#br0" timeOffset="38274.67">14799 8061 0,'0'0'0,"35"0"47</inkml:trace>
  <inkml:trace contextRef="#ctx0" brushRef="#br0" timeOffset="38475.19">14940 8061 0,'35'0'31,"-70"0"-31,106 0 16,-18 0-1,-18 0 1,-17 0 0</inkml:trace>
  <inkml:trace contextRef="#ctx0" brushRef="#br0" timeOffset="41406.39">13370 7232 0,'-35'-35'62,"-71"-1"-30,0 19-1,106 52 0,0 18 0,106 70 1,-106-105-17,106 88 1,-88-53 0,-18-18 15,0 0-16,0 1 1,-106-36 0,88 0-1,-17 0 1,35-18 0,0-17-1,0-1-15,18-16 16,17 16-1,0 19 1,0 17 0,-35-36-1,18 36 63</inkml:trace>
  <inkml:trace contextRef="#ctx0" brushRef="#br0" timeOffset="71751.89">6473 8184 0,'0'-35'188,"-35"35"-141,35 18 0,18-1-32,-1-17 16,19 0-15,-36-35 15,-18 0 1,0 35 14,18 18-30,0 17 0,0-18-1,18 19 17,0-36-17,-18-18 1,0 0-1,0 54 95,0-54-79</inkml:trace>
  <inkml:trace contextRef="#ctx0" brushRef="#br0" timeOffset="72906.3">8855 4939 0,'0'18'32,"0"17"30,0 18-46,0-18-1,35-35 17,0 0-17,-35-18 16,-35-35-15,-18 36 0,18 17-1,0 0 1,35 35 0,0 0-1,17 1 1,71-36-1,-52 0 1,-1-18 0,-35-17-1,-53-1 1,0 36 0,18 18 15,35 17-16,17 1-15</inkml:trace>
  <inkml:trace contextRef="#ctx0" brushRef="#br0" timeOffset="74345.59">10901 8061 0,'0'35'16,"0"18"15,0-35 0,17-18 1,-34-35 46,17 52-47,17-17 16,-17-17-32,-17 17 17,17 35-1</inkml:trace>
  <inkml:trace contextRef="#ctx0" brushRef="#br1" timeOffset="89529.84">9049 5151 0,'17'0'109,"1"17"-93,17-17 0,1 18-1,-36 17 1,0 0 0,0-17-1,0 17 1,0-17-1,17-18 1,18 0 0,-17 0-1,-18 35 1,0 0 31,0-17-32,0 17 1,71-35 0,-36 0-1,18 0 1,-53 18 0,35-18-1,-35 35 1,0 1-1,0-19 17,18 19-17,17-19 48,0 18-48,-17-35 1,-18 36 0,35-36-1,-35 17 1,36-17-16,-36 36 16,17-36-1,18 35 1,1 0-1,-36-17 17,35 17-17,-35 0 1,18-35 0,17 18-1,-17 17 16,-18 1-15,0-1 0,0 18-1,52 0 1,1-53 0,-17 35-1,-19 0 16,-17 36-15,0-18 0,0-36-1,0 19 1,106-1 0,-88-35 15,-18 18-16,35-18 1,-35 35 0,0 0-16,0 18 15,0 0 1,18-35 0,17 17-1,0 0 1,-35-17-1,18-18 1,17 35 0,0 36 15,-35-36-15,18-35 15,17 35-16,36-35 1,-36 0 0,0 35 15,-35-17-15,0 35-1,18-35 1,17 17-1,18 0 1,-35-17 0,17-18-1,-35 35 1,36 36 0,-36-1-1,17 1 16,18-54-15,-17-17 0,17 36-1,-35-1 17,36-17-1,-36 70-16,17-53 1,-17 0 0,36 1-1,-1-19 1,-35 19 0,0-1-1,0-18 16,35 36-15,-35-17 0,0 34-1,0-52 1,0 17 0,0 0-1,0-17 1,0 17-1,0-17 17,0 17-1,0 1-15,0-19 155,0 18-155,-18 71 15,-34-18 1,-1-52-1,-18-54 0,18-35-15,0 18-1,-35-18 1,53 53 0,-18 35-1,18 18 1,-1-18-1,36 36 1,-17-71 0,17-18 15,-106-52-15,53 35-1,18 35 16,-36-36-15,1 36 0,52 0-16,-17 18 15,-18-18 1,17 18 0,1-18-1,0 0 1,-53 0-1,35 0 1,-35 0 0,17-18-1,18 18 1,53 18 0,-35-18-1,35 35 1,-18-18 15,-17-17 0,-36 0-15,1-52 0,-18 16-1,35 36 1,0 18-1,35 0 1,18 17 0,-35-35-16,0 0 31,-1 0-15,-52-35-1,-53-54 1,53 89 15,0 0-15,35 0-1,17 18 1,19-18-16,17 35 16,-36-35 15,-34-17 0,17-19-15,0 1-1,0 35 1,18 0 0,-71 0-1,71 18 1,-1-1 15,19-17 16,-18 0-31,-36-35-1,-17 35 1,53 0-1,-18 0 1,0 0 0,-18 53-1,18-35 1,18-18 0,17 0 30,-17 0-30,-36 0 0,1 0-1,-1 0 1,36 0 0,-53 0-1,53 35 1,-1 0-1,1-35 17,17 0-1,-17 0-15,-18-17-1,36-19 1,-36 36 15,17 0-15,19 0-1,-19-17 32,-16-19-31,-1-34-1,-18 35 1,53 35 0,-17 0-1,35 17 63</inkml:trace>
  <inkml:trace contextRef="#ctx0" brushRef="#br1" timeOffset="95451.43">9207 5045 0,'71'-18'31,"-18"0"-16,-18-17-15,36 0 32,-54 35-1,19 18-15,-1-18-1,53 35 1,-35-35-1,0 0 1,-18 0 0,18-35 15,-35 35-31,-18-36 16,35 36-1,-17 0 1,35 0-1,0 0 1,-18 0-16,0 18 16,18-18-1,35 0 1,-35-18 0,0 18-1,-18-17 1,-17 17-1,17 0 1,1 0 0,69 0 15,-52 0-15,-17 0-1,17 0 1,17-36-1,-35 36 1,1 0 0,17 0-1,-1 0 1,-34 0-16,17 18 16,18-18-1,-35 0 1,35 0-1,35-18 1,-53 18 0,-17 0 15,70 0-15,-35 0-1,35 0 1,-35 0-1,-18 0 1,1 0 0,17 0-1,0 0 1,35 0 0,-53 0-1,0 0 1,1 0-16,17 36 15,-18-36 1,-18 0 0,19 0 15,17 0-15,-18 0-1,18-18 1,0 0-1,0-17 1,-36 35 0,19 0-1,-1 18 1,-18 17 0,72-17-1,-36-18 1,-18 0-1,0 35 1,0-35 0,1 0-1,-19 0 1,19 0 0,-19 0-1,19 0 1,52 0-1,-53 0 1,0 35 0,1-35 31,-19 0 31,18 0-47,-17 0 0</inkml:trace>
  <inkml:trace contextRef="#ctx0" brushRef="#br1" timeOffset="103937.81">13529 5045 0,'0'0'0,"53"17"31,0-17-15,0 36-1,-18-19 1,0 19 0,-35-1-1,0 0 16,0 18-15,36 0 0,-1 0-16,18-18 15,0-17 1,-36 17 0,-17 0-1,0 1 1,0 17-1,0-1 1,0-16 0,36 17-1,-19 0 1,19-53 0,-1 52-1,-35-16 1,17-19 15,19 19-15,-1-1-1,18-35 1,-18 0 0,-35 18-16,35-18 15,-35 35 1,36 0-1,-19-35 1,19 35 0,17 1-1,-18-36 1,18 35 0,-18-35-1,-17 35 1,-18-17 15,35 35-15,18-18-1,-35-17 1,34 17 0,1 0-1,-35-17 1,17 35-1,1-53-15,-19 70 16,18 1 0,1-1-1,-19-70 1,19 36 0,-36-19-1,0 19 1,17-36 15,-17 17-15,53 54-1,-17-71 1,16 18 0,-16 17-1,34 0 1,-52 18-1,17-35 1,-35 17 0,35 0-1,-17-35-15,53 18 32,-54-18-17,19 35 1,-1-35 15,-35 35-15,0-17-1,17 17 1,-17 18 0,0-18-1,36 1 1,-1-1-1,-35 36 1,0-36 15,0-17 1,-18-18 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01:06.98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9402 9296 0,'17'0'31,"36"-36"1,-18 36-17,-17 0 1,17 0-1</inkml:trace>
  <inkml:trace contextRef="#ctx0" brushRef="#br0" timeOffset="249.01">10266 9260 0,'0'0'0,"35"0"16,0 0-16,-17 0 31,35 0-16,-35 0-15</inkml:trace>
  <inkml:trace contextRef="#ctx0" brushRef="#br0" timeOffset="465.56">11042 9260 0,'0'0'0,"53"0"32,-36 0-17</inkml:trace>
  <inkml:trace contextRef="#ctx0" brushRef="#br0" timeOffset="765.99">11395 9260 0,'0'0'16,"88"0"15,-18 0-15,-17 0-1,-35 0 1,-18-17-16</inkml:trace>
  <inkml:trace contextRef="#ctx0" brushRef="#br0" timeOffset="1032.43">11836 9207 0,'0'0'0,"88"0"31,-70 0-15</inkml:trace>
  <inkml:trace contextRef="#ctx0" brushRef="#br0" timeOffset="1348.47">12171 9207 0,'53'0'16,"0"0"15,17 0-15,-35 0 0,1 0-1</inkml:trace>
  <inkml:trace contextRef="#ctx0" brushRef="#br0" timeOffset="1549.06">12629 9207 0,'0'0'16,"36"0"0,-1 0-1</inkml:trace>
  <inkml:trace contextRef="#ctx0" brushRef="#br0" timeOffset="1814.79">13053 9190 0,'0'0'0,"35"0"47,-17 0-16</inkml:trace>
  <inkml:trace contextRef="#ctx0" brushRef="#br0" timeOffset="3497.9">13388 9190 0,'35'-35'16,"0"35"-1</inkml:trace>
  <inkml:trace contextRef="#ctx0" brushRef="#br0" timeOffset="3731.1">13688 9119 0,'35'0'16,"18"0"15,-35 0 1,17 0-17</inkml:trace>
  <inkml:trace contextRef="#ctx0" brushRef="#br0" timeOffset="3946.95">14041 9119 0,'0'0'0,"52"0"31,-16 0-15,-19 0 0,19 0 15</inkml:trace>
  <inkml:trace contextRef="#ctx0" brushRef="#br0" timeOffset="4113.83">14340 9119 0,'0'0'0,"36"0"16,-1 0 0,-17 0-1</inkml:trace>
  <inkml:trace contextRef="#ctx0" brushRef="#br0" timeOffset="4313.35">14570 9119 0,'0'0'0,"35"0"16,0 0 0,-17 0-1,17 0 1,-35-17-16</inkml:trace>
  <inkml:trace contextRef="#ctx0" brushRef="#br0" timeOffset="4546.6">14887 9119 0,'0'0'0,"53"0"16,0-17-1,0 17 1,-18-36 15,1 36-15,-19 0-1</inkml:trace>
  <inkml:trace contextRef="#ctx0" brushRef="#br0" timeOffset="4680.47">15169 9066 0,'36'0'16,"-19"0"0,19 0-1,-36-17-15</inkml:trace>
  <inkml:trace contextRef="#ctx0" brushRef="#br0" timeOffset="6138.87">15893 8996 0,'0'35'16,"35"36"15,-35-18-15,0 35 0,0-35-1,0-18 1,0-53 46,0-70-46,0 70 0,0-34-1,0-1 1,35 35-1,-17-17 1,17 35 15,0-36-15,-17 36-16,17 0 16,-35 18-1,18 0 1,17 17-1,-35 0 17,35 18-17,-35-18 1,0 1 0</inkml:trace>
  <inkml:trace contextRef="#ctx0" brushRef="#br0" timeOffset="6712.47">16475 8996 0,'17'0'62,"-17"17"-30,36 36-17,-36 18 1,35-36-1,-35 0 1,0-52 31,0-1-31</inkml:trace>
  <inkml:trace contextRef="#ctx0" brushRef="#br0" timeOffset="7206.28">16510 8731 0,'18'-53'94,"70"-17"-78,-53 34-1,18 1 1,0-35 0</inkml:trace>
  <inkml:trace contextRef="#ctx0" brushRef="#br0" timeOffset="7746.07">16951 8961 0,'0'17'31,"53"71"1,-53-52-17,35 34 1,-17-35 0,17 1 15,0-72-16,-17-34 1,-18 17 0,35 0-1,-35 0 1,0 36 0</inkml:trace>
  <inkml:trace contextRef="#ctx0" brushRef="#br0" timeOffset="8244.43">17357 9084 0,'0'0'0,"17"35"16,124-35 15,-52-35 0,-1-53-15,-88 35 31,-35 18-16,-54 35-15,54 17-1,0 19 1,35 16-1,0-16 1,0-1-16,0-17 16,17 35-1,36-18 1,18 0 0,-18-35-1,0 0 1,-53-18-1</inkml:trace>
  <inkml:trace contextRef="#ctx0" brushRef="#br0" timeOffset="8761.06">17974 8290 0,'-18'0'16,"18"36"0,0-1-1,18 53 1,-18 0 0,35 71-1,-35-53 1,18-18-1,-18 18 1,35-18 0,0-35-1,1-18 1,-19-35 0,19 18-1,-19-18 1,19-88-1,-36 70 1</inkml:trace>
  <inkml:trace contextRef="#ctx0" brushRef="#br0" timeOffset="9893.99">18997 8625 0,'0'0'0,"0"53"16,-18-17-1,18-1 1,0 35 0,-35-17-1,35 36 1,0-37 0,18 19-1,-1-18 1,36-53-16,0 18 15,0-18 1,18 0 15,-18 0-15,0-18 0,-18-17-1,18-1 1,-18-17-1,0 1 1,-35-1-16,0 35 16,0-35-1,0 18 1,0 0 0,-17-18-16,-19 0 15,19 17 1,-19 19-1,-16-19 1,16 36 0,-17 0 15,-35 18-15,35 35-1,0-18 1,-35 124-1,88-53 1,0-53-16</inkml:trace>
  <inkml:trace contextRef="#ctx0" brushRef="#br0" timeOffset="11504.1">20020 8872 0,'35'-35'78,"1"35"-62,122-35 15,-16 35 1,-125 0-32,18 0 15,-35 17 16,-35 19-15,0-1 0,35-17-1,18 17 32,-1-35-31,36 0-1,0 0 1,53 0 0,35 0-1,-53-18 17,-17 18-17,-36 0 1,0-35-1</inkml:trace>
  <inkml:trace contextRef="#ctx0" brushRef="#br0" timeOffset="12502.16">20920 8837 0,'35'0'63,"36"0"-48,17 0 17,-71 35-1,-34 1 16,-36-36-32,-53 35 1,53-17 0,18-18-1,70 0 63,18 0-62</inkml:trace>
  <inkml:trace contextRef="#ctx0" brushRef="#br0" timeOffset="13535.46">22154 8749 0,'0'0'0,"-17"-53"16,17 0-1,0-18 1,-35 1-1,35-1 1,0 36 0,-18 35 15,18 18 31,18 123-30,34 18-17,-16-71 17,-36-35-17,35 17 1,-35-17-1,0-35 32,-18-18 16,-52 0-48,35 0 17,70 0 61,35 0-77,-52 0-16,70 0 31,-53 0-15,-52 0 93</inkml:trace>
  <inkml:trace contextRef="#ctx0" brushRef="#br0" timeOffset="17873.16">24730 8502 0,'-36'0'15,"36"-35"32,18 35-31,-18-18-1,18 18 1,17 0 0,0 0-1,-17 0 1,-18 53 0,35 0-1,-35 70 1,-17-70-1,-36 18 1,0-18 0,0-18-1,18 18-15,-1-53 16,1 35 0,17-35-1,18-17 16,0-36-15,0 35 0,0-17-1,36 35 1,-1 0 0,-17 0-1,17 35 1,-18 0-1,19-35 1,17 18 0,-18-18-1,0 0 1,0 0 15,36-88 0,-71 70-31</inkml:trace>
  <inkml:trace contextRef="#ctx0" brushRef="#br0" timeOffset="18673.33">25012 8220 0,'0'35'16,"0"0"15,0 1 0,0-1-15,35-18 0,-17-17-1,17 0 1,0 0 0,-17 0 15,-18-35-16,0 18 1,0-36 0,0 17-1,-18 19 1,1-19 15,-36 36 0,18 0-15,-1 18 0,36 0-1,-17 35 1</inkml:trace>
  <inkml:trace contextRef="#ctx0" brushRef="#br0" timeOffset="21537.27">12259 11465 0,'35'0'16,"-17"0"15,35 0 16,0-17-32</inkml:trace>
  <inkml:trace contextRef="#ctx0" brushRef="#br0" timeOffset="21720.24">12876 11359 0,'36'0'31,"-72"0"-31,89-35 16</inkml:trace>
  <inkml:trace contextRef="#ctx0" brushRef="#br0" timeOffset="21903.65">13353 11342 0,'35'0'32,"-70"0"-32</inkml:trace>
  <inkml:trace contextRef="#ctx0" brushRef="#br0" timeOffset="22103.51">13776 11307 0,'0'0'0,"35"0"15,-17 0 1,17 0 0,18 0-1,-35-18 1</inkml:trace>
  <inkml:trace contextRef="#ctx0" brushRef="#br0" timeOffset="22286.7">14287 11271 0,'36'0'16,"-1"0"0,-17 0-16</inkml:trace>
  <inkml:trace contextRef="#ctx0" brushRef="#br0" timeOffset="22470.29">14605 11289 0,'18'0'16,"17"0"0,0 0-1</inkml:trace>
  <inkml:trace contextRef="#ctx0" brushRef="#br0" timeOffset="22670.63">14852 11271 0,'18'0'47</inkml:trace>
  <inkml:trace contextRef="#ctx0" brushRef="#br0" timeOffset="23053.22">15028 11271 0,'53'0'15,"53"0"16,-71 0 1,1 0-17</inkml:trace>
  <inkml:trace contextRef="#ctx0" brushRef="#br0" timeOffset="23252.43">15311 11236 0,'0'0'0,"35"0"31</inkml:trace>
  <inkml:trace contextRef="#ctx0" brushRef="#br0" timeOffset="25985.08">15946 11254 0,'0'17'46,"0"1"-30,0 35 0,0-18-1,0 18-15,0-35 16,0 35 0,17-18-1,-17-106 48,0-70-32,0 124-31,0-72 31,35 89-15,-17 0 15,17 0-15,-17 0-16,35 0 15,-18 0 1,-17 18 0,-18 17-1,35-17 1,0 105-1,-35-70 1,0-35 0,36-18 15,-19 0 16,19 0-47</inkml:trace>
  <inkml:trace contextRef="#ctx0" brushRef="#br0" timeOffset="26373.85">16545 11201 0,'18'35'63,"17"53"-48,-35-17 1,0-36 0,35-35 62</inkml:trace>
  <inkml:trace contextRef="#ctx0" brushRef="#br0" timeOffset="26701.04">16581 10989 0,'0'-35'32,"17"-18"-17,18 18 1,1-1-1,-19 19 1,-17-19 0,36 19 31</inkml:trace>
  <inkml:trace contextRef="#ctx0" brushRef="#br0" timeOffset="27250.95">17039 11183 0,'0'18'31,"18"35"-16,52 35 17,-34-53-1,-19-17-15,19-18 15,-19 0-16,-17-36 1,35-52 0,1 53-1,-36 0 17,0-18-17,0 17 1</inkml:trace>
  <inkml:trace contextRef="#ctx0" brushRef="#br0" timeOffset="27751.07">17480 11271 0,'0'0'0,"18"0"16,35 0 15,0 0-15,0 0-1,-36-35 1,-17-18 0,0 35-1,-35 18 1,17-35 0,-17 35-16,-18 0 31,53 35-16,-35 36 1,35 0 0,53-19-1,17 1 17,-17-53-17,0 0 1,0 0-1,-53-35-15</inkml:trace>
  <inkml:trace contextRef="#ctx0" brushRef="#br0" timeOffset="28200.34">17868 10601 0,'18'71'62,"-18"34"-46,35-69 0,-35 87-1,0-52-15,35 17 16,18-35 0,-17-18-1,16 18 1,-16-18-1,17-35 1,-18 0 0,0-17-1,1-19 1,-19 19 0</inkml:trace>
  <inkml:trace contextRef="#ctx0" brushRef="#br0" timeOffset="29108.42">19138 10866 0,'35'-71'32,"-35"36"-17,0-36 1,0 1-1,0 17 1,0 35 0,0-17-1,18 35 48,17 106-32,-35-89-15,36 107-1,-36-71 1,35 88 15,-35-88-15,35-36-1,-35 19 1,0-1 0,0-18 15</inkml:trace>
  <inkml:trace contextRef="#ctx0" brushRef="#br0" timeOffset="29416.06">19226 11148 0,'18'0'31,"53"0"-15,-19 0-1,-34 0 1,-18-18 31</inkml:trace>
  <inkml:trace contextRef="#ctx0" brushRef="#br0" timeOffset="30764.28">20302 10760 0,'0'17'16,"18"-17"15,17-17-15,36 17 0,17-36-1,0 36 1,18 0-1,-71 0 1,-17 0 0,-18 18-1,-18 17 1,-35-17 0,0 17 15,36-17-16,17 17 1,0 0 0,53 1 15,0-36-15,17 0-1,54 0 1,-36-18-1,0 18 1,18 0 0,-53-35-1,-53-18 95</inkml:trace>
  <inkml:trace contextRef="#ctx0" brushRef="#br0" timeOffset="31216.05">21325 10724 0,'36'18'32,"17"-18"-17,0 0 1,-1 35 0,-16-17 15,-36 17 0,-53 1 0,-35-36-15,52 35 0,19-35-1,17-18 48,0-17-48,0 17 1,0-17 0</inkml:trace>
  <inkml:trace contextRef="#ctx0" brushRef="#br0" timeOffset="32314.53">22560 10354 0,'-35'0'16,"35"-53"15,17 18 0,1 35-15,17 0-1,18 0 1,-53 17-16,36 19 16,17 34-1,-18-17 1,-35 88-1,-53-35 1,-18-18 0,18-35-1,-17 0 1,52-53-16,-17 0 16,-18 0 15,35-35-16,18 0 1,0-1 0,0 1-1,18 35 1,35 0 0,-18 0-1,-17 18 1,35 17-1,0 0 1,-18 1 0,71-36-1,-89 0 1,19 0 0,-19-18-1,19 0 16,-36-17-31,35 35 32,-53 0 15</inkml:trace>
  <inkml:trace contextRef="#ctx0" brushRef="#br0" timeOffset="35746.46">24871 10354 0,'-18'0'31,"18"-18"0,0-17-15,0 17-16,0-17 16,18 0-1,17 35 1,18 0 15,35 0-15,-35 0-1,-35 18 1,-18 52 0,35 1-1,-53 17 1,-17-35-1,-35 17 1,-1-34 0,36-1-1,-18-35 1,0 0 0,35 0-1,18-35 1,0 17-1,0-17 17,36 35-17,-1 0 1,-18 17 0,19 19-1,-1-1 1,36 35-1,-19-34 1,1-36 0,-35 0-1,17 0 1,-17-18 0,17-52-1,-35 17 1,0 17-1</inkml:trace>
  <inkml:trace contextRef="#ctx0" brushRef="#br0" timeOffset="36278.79">25224 9966 0,'0'-35'47,"0"-1"-32,0-52 1,0 141 62,0 53-62,0-53-1,0 17 17</inkml:trace>
  <inkml:trace contextRef="#ctx0" brushRef="#br0" timeOffset="50237.8">23495 8502 0,'0'0'0,"-53"0"0</inkml:trace>
  <inkml:trace contextRef="#ctx0" brushRef="#br0" timeOffset="50780.2">23301 8625 0,'-18'0'16,"-17"36"15,0-36 32,52 0 46,36 0-93,0 0-1,124 0 1,-124 0 15,-18 0-15,0 0-1,0 0 1,-17 0 0</inkml:trace>
  <inkml:trace contextRef="#ctx0" brushRef="#br0" timeOffset="51235.58">23195 8872 0,'35'0'62,"18"0"-46,0 0-16,53 36 16,-18-36-1,18 17 1,-18-17 15,-70 0-15,17 0-1,-35 36 63</inkml:trace>
  <inkml:trace contextRef="#ctx0" brushRef="#br0" timeOffset="52086.71">23283 10548 0,'36'0'47,"87"0"-31,-70 0 0,35 0-1,-35 0-15,-18 0 16,71 0-1,-71 0 1,-70 0 47</inkml:trace>
  <inkml:trace contextRef="#ctx0" brushRef="#br0" timeOffset="52453.92">23336 10813 0,'0'17'16,"71"-17"-1,17 0 1,18 0 0,17 0-1,-35 0 1,-70 0-1,-18 36 64,0-19-64</inkml:trace>
  <inkml:trace contextRef="#ctx0" brushRef="#br0" timeOffset="55102">13917 13829 0,'0'0'0,"18"0"32,52 0-17,-52 0 17,17 0-17,-17 0 1</inkml:trace>
  <inkml:trace contextRef="#ctx0" brushRef="#br0" timeOffset="55269.02">14411 13794 0,'0'0'15,"18"0"16,17-18-15,18 18-16,-18 0 16</inkml:trace>
  <inkml:trace contextRef="#ctx0" brushRef="#br0" timeOffset="55418.14">14764 13741 0,'35'17'31,"-70"-34"-31,141 34 32,-18-17-17,-35-17-15</inkml:trace>
  <inkml:trace contextRef="#ctx0" brushRef="#br0" timeOffset="55618.79">15311 13705 0,'35'0'32,"35"-35"-1,-17 35-31</inkml:trace>
  <inkml:trace contextRef="#ctx0" brushRef="#br0" timeOffset="55768.97">15681 13670 0,'35'0'16,"-70"0"-16,106 0 15,-1 0 1,-35 0-1,-17 0 1,17 0 0</inkml:trace>
  <inkml:trace contextRef="#ctx0" brushRef="#br0" timeOffset="56800.56">16633 13476 0,'0'88'32,"0"-17"-17,36-18 17,-36-18-17,35-35-15,-35-18 63,0-35-48,0 18 1,0-35 0,0 17-1,18 53 1,17 0-1,18 0 1,17 0 0,-17 17-1,-17 36 17,-19 35-17,19-52 1,-36-1-1,0 0 1,17-35 0,-17-35-1,0 17-15</inkml:trace>
  <inkml:trace contextRef="#ctx0" brushRef="#br0" timeOffset="57217.96">17233 13476 0,'18'35'31,"17"18"-15,-35-17-1,35 16 1,-35-34 0,18-18-1</inkml:trace>
  <inkml:trace contextRef="#ctx0" brushRef="#br0" timeOffset="57483.69">17268 13247 0,'0'0'0,"36"-124"32,52 36-1,-53 53-15,-35 52 15</inkml:trace>
  <inkml:trace contextRef="#ctx0" brushRef="#br0" timeOffset="57934.07">17621 13370 0,'0'18'16,"18"17"-1,-18 36 1,35-18-1,0-18-15,-35 0 16,36 0 0,-19-35-1,-17-17 1,36-71 0,-1 52-1,-35 1 1,0-18-1,0 18 1</inkml:trace>
  <inkml:trace contextRef="#ctx0" brushRef="#br0" timeOffset="58567.36">18027 13423 0,'0'0'0,"35"0"47,-17 0 78,17 0-94,18 0-15,-35 0 0,17 0-1,-17 0 1,-36-35 46,-35 35-46,0 18 15,18 17-15,35 18-1,0 0 1,35-18 0,18 0-1,18-35 1,-18 0 0</inkml:trace>
  <inkml:trace contextRef="#ctx0" brushRef="#br0" timeOffset="58983.18">18362 13017 0,'18'89'47,"-18"-19"-32,35 36 1,0 88-1,1-70 1,52-54 0,-35-17-1,0-53 1,-1 35 15,-16-70-15</inkml:trace>
  <inkml:trace contextRef="#ctx0" brushRef="#br0" timeOffset="61514.77">19579 13088 0,'-35'-18'31,"35"-35"-15,0 18 0,0-18-1,35 36 1,0 17 0,1 0-1,-1 0 1,0 0-1,-35 88 1,36 53 0,-54-53-1,-35-17 1,0-54 15,35 19-15,-17-36-1,0-36 17,35 1-17,0 17-15,18-17 32,17 35-17,-18 0 1,89 35-1,-53 1 1,-18-1 0,18-35-1,-17 18 1,-19-18 0,19 0 15,-1-36 0</inkml:trace>
  <inkml:trace contextRef="#ctx0" brushRef="#br0" timeOffset="62597.51">20937 12982 0,'-35'35'31,"106"-35"-15,70-17 15,-35 17 0,-54 0 0,-52 35 1,-17 0-1,17 1-16,0-19 1,0 19 0,17-36-16,-17 35 15,71-35 1,-36 0 0,36 0-1,-18 0 16,35 0-15,-70-18 0,-18-17 46</inkml:trace>
  <inkml:trace contextRef="#ctx0" brushRef="#br0" timeOffset="63213.96">21608 13070 0,'35'0'47,"18"0"-16,-36 0-15,36 0 0,-35 0-1,17 0 1,-35 36 0,0-19 46,-17 19-46,-54-36-1,18 35 1,36-35 0,17 18-1,-36-18 1,54-36 31,0 1-32,-18 17 1</inkml:trace>
  <inkml:trace contextRef="#ctx0" brushRef="#br0" timeOffset="64496.66">22878 12700 0,'17'0'31,"-17"18"31,-17 17-46,-72 53 15,-69 53 0,158-106 1,17-17-1,19-18-15,17 0-1,52 0 1,-16 0-1,-37 0 1,-16 0 0,-36-53 77,-18 53-93</inkml:trace>
  <inkml:trace contextRef="#ctx0" brushRef="#br0" timeOffset="64852.97">22860 12559 0,'0'0'0,"18"0"47,-1 18-16,54 123-15,-36 17 0,0 19-1,-35-54 1,36-52 15,-1-36-15,-35-70 46,0 0-46</inkml:trace>
  <inkml:trace contextRef="#ctx0" brushRef="#br0" timeOffset="65363.21">23936 12682 0,'18'0'15,"17"0"1,18 0-16,141 0 31,-71 0-15,-105-35 0,17 35-1,-70 18 1</inkml:trace>
  <inkml:trace contextRef="#ctx0" brushRef="#br0" timeOffset="65563.3">24112 12859 0,'53'0'31,"53"0"-15,-35 0-1,-36 0 1,0 0-16</inkml:trace>
  <inkml:trace contextRef="#ctx0" brushRef="#br0" timeOffset="66346.12">25700 12594 0,'-18'0'16,"36"0"-16,-36-35 31,18-18-15,0 35 15,0-17-15,18 35-1,17 0 1,0 0 0,-17 18-1,17 17 1,-35 36 15,-17 17-15,-89 53-1,53-35 1,0-89 0,53 19-1,-35-36 1,17-53 15,18 0-15,35 17 15,18 54 0,18 17-15,-18 1 15,17-36-15,-70 17-16,36-17 15,-1 0 1,-17 0 0,-18-88-1</inkml:trace>
  <inkml:trace contextRef="#ctx0" brushRef="#br0" timeOffset="67211.85">25947 12030 0,'0'0'15,"17"-36"16,1 36 1,17 0-1,-35 18 0,0 17-15,0 1-1,-17 17 1,-19-1 0,1-16-1,53-36 95,-1 0-79,19 17-15,-1 19-1,0-1 1,-17-35-1,17 0 1,-17 0 0,-18-18-1,0 1 17</inkml:trace>
  <inkml:trace contextRef="#ctx0" brushRef="#br0" timeOffset="70842.88">14746 15505 0,'0'-18'32,"35"18"77,36 0-93,-36 0-1</inkml:trace>
  <inkml:trace contextRef="#ctx0" brushRef="#br0" timeOffset="70977.06">15187 15505 0,'0'0'16,"18"0"0,17 0 15</inkml:trace>
  <inkml:trace contextRef="#ctx0" brushRef="#br0" timeOffset="71160.13">15610 15487 0,'0'0'0,"18"0"16,35 0-1,-18 0 1,-17 0 0,35 0-16</inkml:trace>
  <inkml:trace contextRef="#ctx0" brushRef="#br0" timeOffset="71376.13">16122 15540 0,'0'0'16,"35"0"-16,0 0 31,-17 0-31,17-18 31,1 18-15,-19 0-1,19 0 1</inkml:trace>
  <inkml:trace contextRef="#ctx0" brushRef="#br0" timeOffset="71509.12">16422 15522 0,'0'0'16,"17"0"0,19 0 15</inkml:trace>
  <inkml:trace contextRef="#ctx0" brushRef="#br0" timeOffset="72720.13">17057 15222 0,'0'18'31,"17"53"-15,-17-19-1,36 19 1,-36-53-16,0 17 15,0 0 1,0 0 0,0-52 31,0-18-32,0-71 1,35 70-1,0-16 1,1 16 15,-19 36 1,18 0-17,-17 53 1,17 0-1,1 0 1,-19 0 0,-17-35-1</inkml:trace>
  <inkml:trace contextRef="#ctx0" brushRef="#br0" timeOffset="73039.05">17604 15293 0,'17'18'47,"-17"17"-32,36 35 1,-36-34 0,0 17-16,0-36 15</inkml:trace>
  <inkml:trace contextRef="#ctx0" brushRef="#br0" timeOffset="73258.21">17727 15117 0,'0'0'0,"0"-71"16,35 0 0,18 18-1,-17 1 1,-1 34-1</inkml:trace>
  <inkml:trace contextRef="#ctx0" brushRef="#br0" timeOffset="73741.89">18062 15169 0,'0'36'31,"35"-1"-15,1 0 0,-36 18-1,0 0 1,17-53-16,-17 18 16,36-18 15,-19 0-16,19 0 1,-1-53 0,0 0-1,-17 0 1,-18 18 0,0-1-1</inkml:trace>
  <inkml:trace contextRef="#ctx0" brushRef="#br0" timeOffset="74208.27">18450 15258 0,'0'0'0,"0"35"16,18-35-16,52 0 16,-34-18-1,-1 18 1,0-35-1,-35 0 1,0-1 0,-17 19-1,-19 17 1,1 0 15,17 53-15,18-36-1,0 36 1,18 0 0,17-18-1,18-35-15,-17 0 16,-1 0 0,18-17-1</inkml:trace>
  <inkml:trace contextRef="#ctx0" brushRef="#br0" timeOffset="74657.94">18944 14693 0,'0'71'62,"0"87"-31,35 19 1,1-18-1,34-71 0,-52-88-15,-18 17-1,35-17 1,-35-35 15</inkml:trace>
  <inkml:trace contextRef="#ctx0" brushRef="#br0" timeOffset="77305.75">19773 14799 0,'35'0'31,"89"0"0,-54 0 1,19 35-1,-89-17 0,-18 17-15,-53 0-1,1 1 1,52-19 0,-35 19-1,89-54 48,52 18-32,0 18 0,-88 17-15,0-17 15,0 17-15,-18 0-1,-52 0 1,35-17 0,-1-18-1,19 0 32,-19 0-16</inkml:trace>
  <inkml:trace contextRef="#ctx0" brushRef="#br0" timeOffset="78967.97">21449 14781 0,'18'0'78,"34"0"-63,-16 0 1,34 0 0,-52 0-16,17 0 15,18 36 1,-35-36 0,-18 53 15,0-18 0,0-18-15,0 19-1,0-1 1,0-17 0,53-18-1,0 0 1,17 0-1,-35 0 1,1 0 0,-19 0-1,19 0 1,-1 0 15,-17 35 16</inkml:trace>
  <inkml:trace contextRef="#ctx0" brushRef="#br0" timeOffset="79471.98">22154 15028 0,'53'0'93,"-17"0"-77,-19 18 0,19-18-1,-36 35 16,-18-35-15,-17 18 15,-1-18-15,1 0 15,53 0 47,-18-35-46</inkml:trace>
  <inkml:trace contextRef="#ctx0" brushRef="#br0" timeOffset="81396.22">23195 14781 0,'0'-35'31,"-18"35"-16,1-35 32,-18 35-15,17 0-17,-17 17 16,-1 19 1,36-19-1,0 19-15,18-36-16,-18 35 15,35 0 1,1 53-1,-1-35 1,18-53-16,-53 53 16,35-17-1,-35-19 17,-88-17-1,53 0 0,-1 0-15,-17-17-1,53-1 17,36-17-17,17-1 1,-1 19-1,-52-19-15,18 36 16,17-17 0,-35-19 15,-17 36 47</inkml:trace>
  <inkml:trace contextRef="#ctx0" brushRef="#br0" timeOffset="82320.09">24465 14605 0,'18'0'32,"88"0"-17,-53 0 1,70-18-1,-88 18 1,-17 0 0</inkml:trace>
  <inkml:trace contextRef="#ctx0" brushRef="#br0" timeOffset="82536.67">24412 14764 0,'0'0'31,"71"0"-31,70-18 15,-53 18 1,-53-35 0,18 35-16</inkml:trace>
  <inkml:trace contextRef="#ctx0" brushRef="#br0" timeOffset="83286.22">25717 14517 0,'0'0'31,"0"-35"-31,0-36 31,36 36-15,-1 35 0,-17 0 15,17 17-15,0 36-1,-35 0 1,0-18-16,-17 54 15,-54-1 1,18-35 0,-17 0-1,34-53 1,36-36 31,0 19-16,36 17 0,-19 0-15,18 17 0,18 19-1,0-1 1,-35-35-1,17-18 1,-35-17 0,36 35-16,-36-18 15</inkml:trace>
  <inkml:trace contextRef="#ctx0" brushRef="#br0" timeOffset="84144.45">26017 14041 0,'36'-36'63,"-1"36"-48,-17 0 1,-18 18 15,0 35-15,0-18 0,-36-35-1,36 18 1,18-18 46,0 0-46,17 0 0,0 35-1,-35-17 1,0 17-1,-18 0 17,1-17-17,-18-18 17</inkml:trace>
  <inkml:trace contextRef="#ctx0" brushRef="#br0" timeOffset="149471.6">16104 4657 0,'0'-36'109,"0"1"-93,-35 17 15,35-17-15,-35 35-16,-1-35 15,19 35 1,-18 0 0,17 0-1,-17 0 1,-1 0 0,19 18 15,17 17-16,0-18 1,-36 19 0,36-1-1,0 0 1,18 18 15,-18 0-15,35-35-1,-17 17 1,-18 0 0,35-35-16,18 0 31,-35 0-15,35 0-1,-36-17 1,-17-19-1,36 1 1,-36 0 0,0 0-1,0 17-15,0-17 47,0 52 156,0 36-187,0-18 0,0 36 15,0-36-16,35 1 1,-17-36 0,34 0-1,1 0 1,-35 0 0,17 0-1,1 0 79</inkml:trace>
  <inkml:trace contextRef="#ctx0" brushRef="#br0" timeOffset="155514.68">16422 4710 0,'0'-36'31,"17"36"31,36 0-46,53 0 15,-53 0-15,0 0-1,0-35 1,-18 35 0,-52 0 77,-1 0-93</inkml:trace>
  <inkml:trace contextRef="#ctx0" brushRef="#br0" timeOffset="155864.71">16598 4498 0,'0'53'62,"0"0"-46,0 0 0,18 52-1,-18-87 1,35-36 46</inkml:trace>
  <inkml:trace contextRef="#ctx0" brushRef="#br0" timeOffset="156824.44">16969 4127 0,'0'-17'15,"35"17"17,-35 35-17,0 0 1,0 54 0,0-1-1,0 0 1,0 53-1,0-106 17,0 18-17,0-35 1,18-71 46,-18-18-46,0 36-16,35 0 16,0 0 15,-17 35 0,52 0-15,-34 17-1,16-17 17,-16 36-17,-19 16 1,-17-34 15,0 35-15,0-18-1,-35 1 1,-18-36 0,0 17-1,18-17 1,-36 0 0</inkml:trace>
  <inkml:trace contextRef="#ctx0" brushRef="#br0" timeOffset="157648.79">15699 3863 0,'0'35'94,"-18"18"-79,-35 71 17,18 87-1,35-158-31,0 212 31,17-124-15,19-18-1,-1-52 1,18-36 0,17 18-1,-52-53 32,-18-35-31</inkml:trace>
  <inkml:trace contextRef="#ctx0" brushRef="#br0" timeOffset="158810.22">17286 3792 0,'0'18'46,"18"0"-30,52 105 15,-17-105-15,0 70 0,-35 0-1,17-17 1,-35 35-1,0-18 1,-18 35 0,18-70-16,-53 71 15,36-72 1,-18 19 0,-1-53-1,72-89 95</inkml:trace>
  <inkml:trace contextRef="#ctx0" brushRef="#br0" timeOffset="159637.01">17833 3792 0,'0'0'0,"18"0"62,52 0-46,-17 36 31,-53-1-16,-53 35 0,-17-34 1,34-1-1,36-17 0,106-18 0,0 0 1,-88 0 15,-54 0 15,19 0-62</inkml:trace>
  <inkml:trace contextRef="#ctx0" brushRef="#br0" timeOffset="164551.7">18503 4498 0,'18'0'31,"-1"0"0,107 0 0,-18 0 1,-53 0-17</inkml:trace>
  <inkml:trace contextRef="#ctx0" brushRef="#br0" timeOffset="164972.43">18468 4657 0,'18'0'78,"34"0"-62,-16 0-16,105 0 31,-106 0-16,0 0 1,1 0 0,-1 0-1,-17 0 48</inkml:trace>
  <inkml:trace contextRef="#ctx0" brushRef="#br0" timeOffset="165973.17">19879 4533 0,'-18'0'16,"18"-17"15,0-19-15,-17 19-1,-36 17 1,18-36 0,-1 36-1,1 0 1,17 0-1,-17 0 1,0 18 0,35 17-16,0 18 15,0-18 1,0 18 0,17-35 15,54 17-16,-18-35 1,0 0 0,-18-17-1,-17-36 1,17 17 0,-35-16-1,0 16 1,0 19 15,0 70 47,0-1-62,0-16-1,35-1 1,1-35 0,52 0-1,-35 0 1,-18-18 0,0-52-1</inkml:trace>
  <inkml:trace contextRef="#ctx0" brushRef="#br0" timeOffset="167139.21">19914 3757 0,'0'35'62,"18"-35"-46,17 0-1,-17 0 1,52 0 0,-70 18-1,0 35 48,0-18-48,-35 18 1,17-18 0,-34 1-1,16-1 1,36-17 46,18-18-30,17 0-17,-17 0 1,52 0 15,-34 0 0,-1 0-15,-70 0 234,-18 0-250</inkml:trace>
  <inkml:trace contextRef="#ctx0" brushRef="#br0" timeOffset="168279.23">19191 4516 0,'35'-36'31,"-35"19"-16,0-19 1,0-34 0,0 35-1,0-54 1,0 54 0,0 17-1,0-17 32,0 88 78,0 53-78,36-53-31,-36-18-16,0 53 31,0 36 0,0-89-15,0 0-1,0 1 79</inkml:trace>
  <inkml:trace contextRef="#ctx0" brushRef="#br0" timeOffset="168672.18">19385 4657 0,'35'0'62,"-35"17"-31</inkml:trace>
  <inkml:trace contextRef="#ctx0" brushRef="#br0" timeOffset="169837.83">20726 4516 0,'35'0'94,"18"0"-79,-35 0 1,87 0-1,-87 0 1,17 0 0,-17 0-1,-18-36 32</inkml:trace>
  <inkml:trace contextRef="#ctx0" brushRef="#br0" timeOffset="170281.23">20884 4392 0,'0'18'63,"0"35"-48,0-18 16,0 53-15,0-70-16,18 52 31</inkml:trace>
  <inkml:trace contextRef="#ctx0" brushRef="#br0" timeOffset="171687.35">21713 4357 0,'0'-18'32,"0"-35"-1,0 18-31,0 0 15,0-18 1,36 0 15,-1 53-15,18 0 0,-35 0-1,17 0 1,0 0-1,-35 35 1,0 18 0,0 35-1,-35-35 1,-36 18 0,54-18-1,-72 17 1,54-35 31,18-35-32,17-17 17,0-1-17,0-17 1,0 0-1,35 35 1,0 0 15,-35 17-15,18 36 0,17-35-1,18 17 1,-18-35-1,18 0 1,18-35 15,-54 0-15,-17-18-16</inkml:trace>
  <inkml:trace contextRef="#ctx0" brushRef="#br0" timeOffset="172321.22">22331 4410 0,'0'0'0,"-18"-36"31,-17 36-15,-18 0-1,18 0 1,-1 0 0,19 18-1,17 0 1,0 17 0,0-17-1,70 17 1,-17-35-1,-35 0 1,17-35 31,-35-1-31,0 54 30,35 17-30,-17-17 0,17-18-1,1 0 1,-19 0 0</inkml:trace>
  <inkml:trace contextRef="#ctx0" brushRef="#br0" timeOffset="173281.6">22666 3951 0,'0'53'63,"0"18"-48,0-36-15,0 106 32,0-70-17,0-19 1,35 1-1,-35-70 48,0-36-47,36 0-1,-36 35 1,35-17-1,0 35 32,0 0-31,1 0-16,-19 35 31,19 18-15,-36-18-1,0 36 1,-36-36 15,-17-35-15,0 0 0,36 0-1,-18 0 1,17 0 171</inkml:trace>
  <inkml:trace contextRef="#ctx0" brushRef="#br0" timeOffset="177950.23">23266 4410 0,'17'0'47,"1"0"-15,17 0-17,53 0 16,-17 0 1,-36 0-1,-35-36-15</inkml:trace>
  <inkml:trace contextRef="#ctx0" brushRef="#br0" timeOffset="178194.29">23372 4322 0,'0'35'47,"0"88"-16,0-52 0,35-71 1</inkml:trace>
  <inkml:trace contextRef="#ctx0" brushRef="#br0" timeOffset="178959.99">23971 4339 0,'0'-35'15,"0"70"-15,0-105 16,0 17 0,0 0-1,0 0 1,0 18 0,0-36-1,0 36 16,18 70 94,17 71-109,-35-71 0,35 53-1,-35 18 1,36-18 0,-1-52-1,-35-1 16,-18-35 63</inkml:trace>
  <inkml:trace contextRef="#ctx0" brushRef="#br0" timeOffset="179312.54">23971 4498 0,'0'0'0,"0"35"16,36-35 46,34 0-46,-35 0-16,18 0 15,-17 0 1,-1 0 15</inkml:trace>
  <inkml:trace contextRef="#ctx0" brushRef="#br0" timeOffset="180331.95">24483 3933 0,'0'36'93,"0"52"-77,0-35-16,0-18 16,0 71-1,0-71-15,0 36 16,0-54 0,0 36-1,17-17 1,-17-54 46,0-70-30,0 53-17,36-1 1,-1 36 31,-17 0-32,17 18 1,0 17 0,-35-17-1,35 17 1,-35 0-1,0-17 1,-35 17 15,-35-17-15,34-18 0,1 0 15,0 0-16,70-35 64</inkml:trace>
  <inkml:trace contextRef="#ctx0" brushRef="#br0" timeOffset="181166.22">24677 3828 0,'35'0'94,"18"0"-63,-18 35 0,-35-17 0,-17 17 1,17 0-17,-53-17 1,53 17 0,-36-17 15,125 17 16,-36-35-32,-18 0 1,0 0 0,-53 0 46</inkml:trace>
  <inkml:trace contextRef="#ctx0" brushRef="#br0" timeOffset="188887.09">19226 4851 0,'0'-18'109,"18"18"0,35 0-93,0 0 0,-36 0-1,19 0 1</inkml:trace>
  <inkml:trace contextRef="#ctx0" brushRef="#br0" timeOffset="190248.6">21713 4745 0,'18'0'94,"17"0"-63,54-35-15,-19 35-1,-52 0 1,17 0 0,-17 0 15</inkml:trace>
  <inkml:trace contextRef="#ctx0" brushRef="#br0" timeOffset="191546.81">24077 4780 0,'35'0'63,"-17"0"-48,53 0 16,-54 0-15,18 0 0,-17 0 15</inkml:trace>
  <inkml:trace contextRef="#ctx0" brushRef="#br0" timeOffset="193331.12">25806 4163 0,'35'0'63,"-17"17"-48,35-17 1,-18 36 0,-18-19-1,-17 19 17,0-1-17,-35-17 1,35 17-1,0-18 17,18-17-17,17 36 1,-17-36 0,17 0-1,-17 0 1,17 0-1</inkml:trace>
  <inkml:trace contextRef="#ctx0" brushRef="#br0" timeOffset="193758.39">26088 4374 0,'35'0'31,"-17"0"-15,17 18-1,0-18 1,-17 35 0,-18-17 15,0 17 16,-88-35-32,70 0 1,-17 0 15,35-17 1,18 17-17,-18-18 1,17 18-1,-17-35 1</inkml:trace>
  <inkml:trace contextRef="#ctx0" brushRef="#br0" timeOffset="194607.04">27093 4075 0,'-17'0'62,"-19"0"-46,1-36 0,-18 36-1,0 0 1,18 0 0,35 18-16,-18-18 15,-17 18 1,35 17-1,-35 0 1,35-17 0,0 17-16,17-35 15,19 0 1,17 0 15,0 0-15,-18 0-1,18 0 1,-18 35 0,-17-35-1,17 18 1,-35 35 0,0-18-1,-18 0 1,-35-35-1,-17 0 1,-1 0 0,54 0-1,-19 0 1</inkml:trace>
  <inkml:trace contextRef="#ctx0" brushRef="#br0" timeOffset="195241.45">27640 3863 0,'0'-18'31,"-35"18"-15,17 0 15,-17 36 0,-18 34-15,18 54-1,35-19 1,0 1 0,17-35-1,36 17 1,-17-88 0,-19 0 15</inkml:trace>
  <inkml:trace contextRef="#ctx0" brushRef="#br0" timeOffset="196956.21">27922 4180 0,'-17'-35'31,"-19"35"1,-16 71-1,16 35-15,54-71 15,52-35-16,-17 0 1,0 0 0,-17-18-1,-36-17 1,35 53 78,18 34-63,0-52 0,-18-52 0,-35-1-15,0 17 0,-18 1-1,-35 0 1,-17 35 0,35 0 15,35 17-16,0 19 1,17-19 0,18 19-1,36-36 1,-18 0 0,0-18-1,-18 0 16,-17-17-15,-18 0 0,0 17-1,-36 18 32,36 106-16,18-35-15,35-54 0,0-17-1,0 0 1,35-17 0,-53-54-1,18 0 16,-17-17-15,-36-53 0,-18 88-1,18 18 1,-35 17 0,-1-17-1,36 53 16,-17 52-15,17-17 0,17 88-1,-17 0 1,36 0 0,-1-17-1,-35-18 16,35-53-31,-35-36 16,18 36 0,-18-88 31,0-71-32,0 36 1,0 34-1,-35 1 1,-1 0 0,54 35 62,17 0-63,18 0 1,0 0 0,-18-36-1,-88 36 32</inkml:trace>
  <inkml:trace contextRef="#ctx0" brushRef="#br0" timeOffset="198013.19">28857 3581 0,'18'35'94,"-1"18"-79,142 141 17,-106 35-1,-53-35 0,-17-88-15,-19-106-1,72-35 63</inkml:trace>
  <inkml:trace contextRef="#ctx0" brushRef="#br0" timeOffset="198258.03">29422 4127 0,'0'0'0,"123"-17"31,-70 17-15,0 0-1</inkml:trace>
  <inkml:trace contextRef="#ctx0" brushRef="#br0" timeOffset="198439.09">29457 4233 0,'35'36'31,"0"-36"-15,18 0-1,-35 0 1,35-18-16,-18-17 16</inkml:trace>
  <inkml:trace contextRef="#ctx0" brushRef="#br0" timeOffset="198922.29">30251 3881 0,'0'0'0,"-18"0"47,-35 35-31,18 18 0,-18 17-1,18-17 1,35 0-1,0-35 1,17-18 15,89 35-15,-53-35 0,-18 0-1,1 0 48,-36-35-48</inkml:trace>
  <inkml:trace contextRef="#ctx0" brushRef="#br0" timeOffset="199327.79">30321 3792 0,'0'18'78,"0"35"-63,0 0-15,0 17 16,0 36 0,0 0-1,0 18 1,0-107-16,0 18 16,0 1-1</inkml:trace>
  <inkml:trace contextRef="#ctx0" brushRef="#br0" timeOffset="201654.09">17639 3581 0,'0'35'78,"0"0"-62,-18-17-16</inkml:trace>
  <inkml:trace contextRef="#ctx0" brushRef="#br0" timeOffset="201970.26">17586 4057 0,'0'0'31,"0"18"-15,18-18-1,-18 35 16,17 0 1,19-17-17,-19-18 1,18 0 15,1 0-31</inkml:trace>
  <inkml:trace contextRef="#ctx0" brushRef="#br0" timeOffset="202119.23">17851 4198 0,'52'18'31,"-104"-36"-31,122 71 16,-35-53-1,1 0 1,-1-18-1</inkml:trace>
  <inkml:trace contextRef="#ctx0" brushRef="#br0" timeOffset="202316.24">18203 4092 0,'36'-35'16</inkml:trace>
  <inkml:trace contextRef="#ctx0" brushRef="#br0" timeOffset="202510.23">18292 3898 0,'0'-35'31,"0"-18"-15,-36-18 15</inkml:trace>
  <inkml:trace contextRef="#ctx0" brushRef="#br0" timeOffset="202686.59">18168 3651 0,'0'0'0,"0"-35"16,-35 0 15,17 17 0,-17 18-15,-18 0-16</inkml:trace>
  <inkml:trace contextRef="#ctx0" brushRef="#br0" timeOffset="202852.84">17851 3528 0,'0'0'0,"-36"0"16,19 0-1,-19 17 1,1-17 0,0 18-1</inkml:trace>
  <inkml:trace contextRef="#ctx0" brushRef="#br0" timeOffset="204751.3">19262 12841 0,'0'35'16,"-18"-17"-1,18 17 1,0 18-1,-18-53-15</inkml:trace>
  <inkml:trace contextRef="#ctx0" brushRef="#br0" timeOffset="204918.59">19226 13317 0,'0'36'31,"0"-72"-31,53 107 32,18-18-17</inkml:trace>
  <inkml:trace contextRef="#ctx0" brushRef="#br0" timeOffset="205118.27">19579 13494 0,'88'0'31,"-176"0"-31,282 0 32,-106-53-1,-52 18-31</inkml:trace>
  <inkml:trace contextRef="#ctx0" brushRef="#br0" timeOffset="205269.74">20038 13353 0,'53'-36'31,"-53"19"-15,35-19-1,0 1 1,-17-18 0</inkml:trace>
  <inkml:trace contextRef="#ctx0" brushRef="#br0" timeOffset="205434.83">20232 12894 0,'0'0'31,"0"-35"-31,0-36 16</inkml:trace>
  <inkml:trace contextRef="#ctx0" brushRef="#br0" timeOffset="205617.55">19967 12629 0,'0'0'16,"-53"-52"-1,36 16 1,-19 36 0,36-17-16,-17 17 15,-19 0 1,-16-36-1</inkml:trace>
  <inkml:trace contextRef="#ctx0" brushRef="#br0" timeOffset="205801.33">19385 12594 0,'-18'18'16,"36"-36"-16,-71 71 16,53-18-1</inkml:trace>
  <inkml:trace contextRef="#ctx0" brushRef="#br0" timeOffset="208500.27">15946 1252 0,'0'0'0,"-36"0"46,19-53-30,-72 1 0,37-1-1,-37 17 1,54 36 15,35 18-15,0 35-1,0 0 1,88 88 0,-70-106-1,35-35 1,0 0 0,17-88-1,-70 17 1,0 54-1,36 34 48,34 36-32,-17-17-15,0-36-1,-18-36 1</inkml:trace>
  <inkml:trace contextRef="#ctx0" brushRef="#br0" timeOffset="208799.15">16369 1147 0,'53'0'15,"88"0"17,-88 0-17,88 0 1,-123 0-1,17 0 1,-70-18 15</inkml:trace>
  <inkml:trace contextRef="#ctx0" brushRef="#br0" timeOffset="209016.35">16598 1005 0,'0'53'31,"0"53"0,18-53-15,-18-18-1,17-35 1,36-35 0</inkml:trace>
  <inkml:trace contextRef="#ctx0" brushRef="#br0" timeOffset="212097.59">15363 547 0,'0'0'31,"0"88"78,-35-17-93,35 299 15,88-17-15,71-212 15,-88-106-15,-1 0-1,-52-35 1,17-35 15,-35 0-31</inkml:trace>
  <inkml:trace contextRef="#ctx0" brushRef="#br0" timeOffset="213004.75">17268 441 0,'18'0'109,"70"71"-93,-70-36 0,52 53-1,-34 53 1,17 18 0,-53-89-16,0 1 15,0 141 1,-18-71-1,-35-71 1,35 1 0,-17-71-1,35-35 63,18-18-62</inkml:trace>
  <inkml:trace contextRef="#ctx0" brushRef="#br0" timeOffset="213763.47">17762 635 0,'0'35'78,"36"1"-63,-36-19 1,70-17 0,-35 0-1,36 0 1,-53-35 15,-18-71-15,-53 71-1,0 35 1,35 0 0,-17 35 30,0 18-30,35 0-16</inkml:trace>
  <inkml:trace contextRef="#ctx0" brushRef="#br0" timeOffset="-214567.56">18715 1147 0,'17'0'32,"36"0"-17,0 0-15,-17 0 16,87 0-1,-88 0 1</inkml:trace>
  <inkml:trace contextRef="#ctx0" brushRef="#br0" timeOffset="-214317.21">18627 1288 0,'158'0'31,"-316"0"-31,475 35 16,-211-35-1,-35 0 1,-36 0 0</inkml:trace>
  <inkml:trace contextRef="#ctx0" brushRef="#br0" timeOffset="-213351.51">20708 900 0,'0'-18'62,"0"-70"-46,0 35 0,0-18-1,0-35 1,0 71-1,0 70 48,0 18-47,18 53-1,-18-53 1,35 88-1,-35-53 17,35 18-17,-35-35 1,0-36 0,0-17-1,-17-18 32,-1 0-47</inkml:trace>
  <inkml:trace contextRef="#ctx0" brushRef="#br0" timeOffset="-213094.32">20637 1235 0,'71'0'47,"-36"0"-31,36 0-1,35 0 1,-89 0 0,19 0-1,-72 0 48</inkml:trace>
  <inkml:trace contextRef="#ctx0" brushRef="#br0" timeOffset="-195639.21">15875 2081 0,'-18'0'94,"-17"18"-79,-53 70 16,-53 124 1,141-159-17,-36 123 1,36-35 0,18-17-1,35-18 1,0-71-1,0 18 1,-35-53 0</inkml:trace>
  <inkml:trace contextRef="#ctx0" brushRef="#br0" timeOffset="-194086.95">16951 600 0,'0'17'78,"0"19"-62,0 17-1,0 35 1,0-71-16,-18 89 16,18 0-1,0 0 1,0-53-1,0-36 1,0-34 62,18-36-47,17-35 1,1 88-1,-19 0-15,18 0-16,-17 17 31,70 1-16,-70 17 1,17 1 0,-35-19 15,0 18-15,0-17-1,-35 17 1,-18 1-1,-18-19 1,19-17 0,34 0-1,-17 0 32</inkml:trace>
  <inkml:trace contextRef="#ctx0" brushRef="#br0" timeOffset="-193029.1">16122 2716 0,'0'0'0,"0"-17"15,0-19 1,0 1-1,-18 18 1,1-19 0,-19 36-1,1 0 17,17 0-17,-17 71 1,0-36-16,35-17 15,0 17-15,0 18 16,18-18 0,-1-35-1,36 0 1,18-70 0,-71 34-1,17 36 1,36 36 31,35 17-16,-70-18-15,17-53 15</inkml:trace>
  <inkml:trace contextRef="#ctx0" brushRef="#br0" timeOffset="-192779.51">16616 2716 0,'0'0'0,"35"0"16,89 0 0,-36 0-1,-71 0 1,19 0 15,-54 0-15</inkml:trace>
  <inkml:trace contextRef="#ctx0" brushRef="#br0" timeOffset="-192563.08">16792 2558 0,'0'88'31,"0"-18"-16,0-17 1,0-17 0,18-36-1</inkml:trace>
  <inkml:trace contextRef="#ctx0" brushRef="#br0" timeOffset="-191880.56">17251 2099 0,'-35'35'31,"35"53"-15,0-35-16,0 36 16,0 16-1,0 89 17,0-88-17,0-53 1,0-88 31,0 0-32,17-54 1,18 72 0,-17 17-1,17 0 16,36 35-15,-36 0 0,-17 18-1,-18 0 1,0 53 15,-53-71-15,-18 1-1,18-36 1,1 0 0,16 0-16,19 0 15,17-36 48</inkml:trace>
  <inkml:trace contextRef="#ctx0" brushRef="#br0" timeOffset="-191297.45">17357 2364 0,'0'17'46,"53"19"-30,-1 34 0,1 18-1,0 89 1,-17-19 0,-36-16-1,-18-37 1,-35 1-1,18 0 1,17-106 0,18-18 31,0-70-47</inkml:trace>
  <inkml:trace contextRef="#ctx0" brushRef="#br0" timeOffset="-190696.53">17868 2205 0,'0'-18'15,"-35"-123"16,35 106 1,0 88 46,18 0-63,-18-18-15,35 0 16,-35-17 0,-18-18 15</inkml:trace>
  <inkml:trace contextRef="#ctx0" brushRef="#br0" timeOffset="-187965.07">18803 2487 0,'35'0'63,"-17"0"-48,53 0 1,-1 0 0,18 0-1,18 0 1,-35 0 15,-54 0 0,-34 18 1</inkml:trace>
  <inkml:trace contextRef="#ctx0" brushRef="#br0" timeOffset="-187699.35">18856 2628 0,'35'18'47,"106"17"-16,-88-35-16,35 0 1,-52 0 0,-1-18-1</inkml:trace>
  <inkml:trace contextRef="#ctx0" brushRef="#br0" timeOffset="-186416.79">20726 2487 0,'0'0'16,"0"-159"-1,0 89-15,0 17 16,17-159 0,19 142-1,-36 34 1,0-17 15,0 36-15,35 34 15,-35 36-15,0-17-16,0-19 15,0 19-15,35 52 16,-35 18-1,0-18 1,0 0 0,18 71-1,-18-89 1,0-17 0,0-18-1,-35-35 95</inkml:trace>
  <inkml:trace contextRef="#ctx0" brushRef="#br0" timeOffset="-186094.19">20602 2716 0,'18'36'47,"35"-36"-32,-36 0-15,36 0 32,53 0-17,-71 0-15,54 0 16,-72-18 0,36 18-1</inkml:trace>
  <inkml:trace contextRef="#ctx0" brushRef="#br0" timeOffset="-185417.38">21661 2452 0,'0'0'0,"0"-18"31,0-17-15,-18-36-1,-35 18 1,0 18 0,0 35-1,0 0 1,-17 106 15,34 0-15,36 0-1,71-36 1,17-35 0,-35-70-1,-18 0 1,1-71-1,-1 71 1,-17 35 47,17 106-32,18-36 0,-18-70-15,-17 0-1,52 0 1,-70-17 0,0-1-1</inkml:trace>
  <inkml:trace contextRef="#ctx0" brushRef="#br0" timeOffset="-184751.05">22719 2381 0,'0'0'31,"35"36"0,53-36-15,-52 0-16,17 0 16,-36 0-1,36 0 1,-18 0 0,-35-18 15</inkml:trace>
  <inkml:trace contextRef="#ctx0" brushRef="#br0" timeOffset="-184501.22">22825 2134 0,'0'0'0,"17"124"47,-17-54-47,36 36 16,-36 35 0,0-88 15,0-18-16</inkml:trace>
  <inkml:trace contextRef="#ctx0" brushRef="#br0" timeOffset="-183450.02">23583 2170 0,'0'-36'15,"35"-52"1,-35 0 0,36 17-1,-1 1 1,-35 52-1,18 18 48,17 71-32,-35-1-15,35 36-1,-35 0 1,0 53 0,0-1-1,35-105 1,-35-17 0,0-72 77</inkml:trace>
  <inkml:trace contextRef="#ctx0" brushRef="#br0" timeOffset="-182630.51">24059 1764 0,'36'53'62,"-36"53"-46,0-1 0,0 37-1,0-37 1,0 1-1,0-70 1,0-54 62,35-53-62,36-17 15,-19 88 0,-16 0-15,-1 0 0,18 18-1,0 70 1,-18-35-1,0-18 1,-35 0 0,-17 1-1,-36-19 1,-35-17 0,35 0-1,35 0 1,-17 0-16,0 0 47,-36 0 46</inkml:trace>
  <inkml:trace contextRef="#ctx0" brushRef="#br0" timeOffset="-180253.73">24906 2064 0,'0'0'0,"18"0"47,35 0-31,0 0-1,-18 0 1,0 0-1,-35 53 1,35-18 0,-35 0 15,-17-17-15,-19 17-1,36 0 1,0-17-1,18 17 1,53-35 0,-36 0-16,18 0 15,0 0 1,-36 0 0,19-17 15</inkml:trace>
  <inkml:trace contextRef="#ctx0" brushRef="#br0" timeOffset="-179861.74">25329 2258 0,'18'17'47,"88"19"-31,-88-19 15,-124 19 31,35-36-30,106-36 61,-17 36-77,17 0-16</inkml:trace>
  <inkml:trace contextRef="#ctx0" brushRef="#br0" timeOffset="-178987.62">26282 2099 0,'0'0'16,"-18"0"15,-17 0-15,0 0-1,-36 18 1,18-18-1,0 17 1,53 19 0,18-36 15,35 35-15,35-18-1,-35 19 1,0-1-1,-18 0 1,-35-17 31,-17 17-31,-36-35-1,-18 36 1,-52-36-1,105 0 1,-35 0 0,53-18 15,35 18 31,-17 0-62</inkml:trace>
  <inkml:trace contextRef="#ctx0" brushRef="#br0" timeOffset="-178104.76">27058 1446 0,'-18'0'15,"1"18"1,-19 17-1,1 124 1,0 0 0,0 35-1,35-18 17,0-70-17,17-18 1,1-88-16,17 36 15,-35-1 1,18-35 0</inkml:trace>
  <inkml:trace contextRef="#ctx0" brushRef="#br0" timeOffset="-176555.46">27287 2187 0,'0'0'0,"0"-35"15,0 17 1,-35 18 31,0 0-32,35 106 1,0-88 0,35 35-1,36-18 1,-18-35-1,-1-18 1,-52-17 0,18 35-1,17 18 79,-17-1-78,35-17-1,0 36 1,-18-36 0,-35-36-1,0-17 1,0 18-1,-70 0 1,17 0 0,17 35-1,1 0 17,35 17-17,0 1 1,35 17-1,54 0 1,-19-35 0,-17 0-1,-18-17-15,-17-19 16,-18 1 0,0 0-1,0 17 1,0 89 78,0-1-79,0-52 1,53 17-1,35-35 1,-53 0 0,-17 0-16,53-88 15,-36 18 1,18-36 0,-53 0-1,0-88 1,0 106-1,-18 52 1,-17 36 15,0 53-15,35 36 15,0 34-15,0 18-1,0 141 1,0-123 0,0-71-1,0-52 1,0-1 0,17-35-1,-17-18 1,35-70-1,-35 35 1,0 35-16,-17-17 16,-18-18-1,17 53 1,124 0 46,0 0-30,-106-35-1,-36 35-15</inkml:trace>
  <inkml:trace contextRef="#ctx0" brushRef="#br0" timeOffset="-175139.3">28434 1482 0,'-18'-36'31,"18"54"63,53 105-79,18-17 1,-1 106 0,-34-36-1,-36-87 1,-18-1-1,-35 18 1,18-36 0,-1-17-1,54-53 32,17-53-16</inkml:trace>
  <inkml:trace contextRef="#ctx0" brushRef="#br0" timeOffset="-174872.46">29016 2064 0,'0'0'0,"106"0"15,0 0 1,-36 0 0,-17-36 15,-88 36-16</inkml:trace>
  <inkml:trace contextRef="#ctx0" brushRef="#br0" timeOffset="-174690.22">28981 2170 0,'0'0'0,"35"35"47,71-35-47,-36 0 15,-17-18 1</inkml:trace>
  <inkml:trace contextRef="#ctx0" brushRef="#br0" timeOffset="-173940.45">29951 1976 0,'0'0'0,"0"-53"16,35-36-1,-17 37 1,17 16 0,18 36 15,-18 0-16,-17 18 1,17 35 0,0 17-1,-35 1 1,-70 52 0,-18-52-1,-1-1 1,-16-17-1,34-53 1,71-35 31,0 0-31,35 35 15,-35-18-16,36 18 1,-1 53 0,0-53-16,-35 53 15,124 18 1,-71-36 0,-1-35-1,-16 0 1,-1-18-1,-35 1 1,-35 17 15</inkml:trace>
  <inkml:trace contextRef="#ctx0" brushRef="#br0" timeOffset="-172057.3">26106 8872 0,'-36'0'15,"124"-88"110,177-106-109,176-35 0</inkml:trace>
  <inkml:trace contextRef="#ctx0" brushRef="#br0" timeOffset="-171208.34">25929 10495 0,'18'-18'109,"352"-317"-77,-140 194-32,122-106 15</inkml:trace>
  <inkml:trace contextRef="#ctx0" brushRef="#br0" timeOffset="-169292.11">26264 12947 0,'36'-18'47,"16"18"-31,19-53-1,88-35 1,52 0 0,-140 17-16</inkml:trace>
  <inkml:trace contextRef="#ctx0" brushRef="#br0" timeOffset="-157183.12">15893 5786 0,'0'-18'31,"-36"36"63,1 17-78,0 35-1,-18-17 1,18 35-1,35 89 1,0-54 0,17 18-1,71 1 1,18-19 15,-35-70 0,-54-53 16,-17-35-31</inkml:trace>
  <inkml:trace contextRef="#ctx0" brushRef="#br0" timeOffset="-156566.34">16457 6438 0,'0'0'0,"-18"-17"31,-17-19-15,18 1 0,-36 0-1,35 35-15,-53-36 16,54 36-1,-36 36 1,0 52 0,53-35-1,35 17 1,18-52 0,18 17-1,-54-35-15,19 0 31,-36-35-15,35 0 0,-35-18-1,0 70 32,35-17-31,0 36-1,1-1 1,-19-35 0,19 0-1</inkml:trace>
  <inkml:trace contextRef="#ctx0" brushRef="#br0" timeOffset="-156283.5">16722 6350 0,'0'0'0,"70"0"31,-17 0-16,0 0 1,0 0 0,-71 0 31</inkml:trace>
  <inkml:trace contextRef="#ctx0" brushRef="#br0" timeOffset="-156050.24">16757 6156 0,'0'53'31,"0"0"-16,18 17 1,17-17 0,0 0-1,-35-35 1,18-18 0</inkml:trace>
  <inkml:trace contextRef="#ctx0" brushRef="#br0" timeOffset="-155350.85">17057 5891 0,'35'18'32,"0"88"-17,1-36 1,-36 36 0,0-70-16,0 87 15,0-52 1,0-54 15,17-17 0,-17-53-15,36-17 0,-36 34-1,35 1 1,-18 35-1,19 0 1,34 0 0,-17 0-1,0 18 1,-35 17 0,17 18-1,-35 18 1,-18-19 15,-35 1-15,-35-17-1,18-36 1,52 0 0,-70-18-1,88 0 32</inkml:trace>
  <inkml:trace contextRef="#ctx0" brushRef="#br0" timeOffset="-154833.85">17321 5521 0,'18'18'16,"17"35"-1,36-1 1,-1 37 0,-34-36-16,-19-36 15,89 142 1,-71-71 15,-35 36-15,0 70-1,-17-53 1,-18-35 0,-1-71-1,36 0 1,0-123 31,18 53-32</inkml:trace>
  <inkml:trace contextRef="#ctx0" brushRef="#br0" timeOffset="-153901.27">17833 5397 0,'35'0'94,"18"0"-78,35 36 15,-52-1 0,-36 18 0,-106 18 1,70-71-1,36-18 0,18 18 0,0 0-15,70 18 0,-53 17-1,0 0 1,-35 18 0,0 0-1,0-18 1,-52-35-1,-19 0 17,18 0-17,18 0 1,17 0 15</inkml:trace>
  <inkml:trace contextRef="#ctx0" brushRef="#br0" timeOffset="-153196.27">18397 6368 0,'0'0'16,"36"-36"15,34 36-15,54 0 15,-107 0-15,36 0-1,-70 0 48</inkml:trace>
  <inkml:trace contextRef="#ctx0" brushRef="#br0" timeOffset="-152952.15">18415 6385 0,'35'0'32,"106"0"-1,-88 0-16,0 0 1</inkml:trace>
  <inkml:trace contextRef="#ctx0" brushRef="#br0" timeOffset="-150998.53">19209 6244 0,'0'-35'93,"0"0"-77,0-1 0,0-52-1,0 18 1,0 17-1,0 17 1,0 19 0,0-19-1,0 19 1,0 70 78,0 0-79,0-18-15,17 0 16,-17 0-16,0 18 16,36 89-1,-36-54 1,0 0-1,35 71 1,-35-142 0,0 19-1,35-54 79</inkml:trace>
  <inkml:trace contextRef="#ctx0" brushRef="#br0" timeOffset="-150320.49">19773 6438 0,'0'-17'31,"0"-54"0,0 53-15,-53-17 0,-35 0-1,35 35 1,18 0-1,0 17 1,35 36 0,0 0-1,0 53 1,17-53 0,36-53-1,-18 0 1,54-35-1,-89-18 1,17 35 15,19 36 16,-1 17-31,0-35 15,-17 0-15,-18-70-1,0 52-15</inkml:trace>
  <inkml:trace contextRef="#ctx0" brushRef="#br0" timeOffset="-149384.43">19597 5697 0,'17'-35'47,"36"35"-32,-17 0 1,-1 0-1,0 0 1,0 18 0,-35 17-1,0 18 1,0-18 0,-35-17 15,0-18-16,70 0 79,0 0-78,36 0 15,-18 0-15,-18 53-1,-35-18 1,0-17 0,-35 17-1,0-35 1,-18 35-1,17-35 1,1 0 0</inkml:trace>
  <inkml:trace contextRef="#ctx0" brushRef="#br0" timeOffset="-148370.39">20355 6315 0,'124'0'109,"-36"0"-93,-18 0-1,-34 0 1,-1 0 0,-35-18-1,-18 18 16,-17 0-31</inkml:trace>
  <inkml:trace contextRef="#ctx0" brushRef="#br0" timeOffset="-148071.3">20496 6068 0,'0'17'47,"18"125"-16,17-37-15,1-34-1,-36-36 1,0-17 0</inkml:trace>
  <inkml:trace contextRef="#ctx0" brushRef="#br0" timeOffset="-145989.39">21237 5803 0,'0'-17'16,"0"-36"-1,0 35 17,-35 18-1,35-35 16,18 35-32,17 0 1,35-36 0,-17 36-1,0 0 1,-17 0-1,-1 36 1,-35-1 0,-18 36-1,-17-36 1,-18 0 15,53 0-31,-53-35 16,35 0-1,18-17 79,106 17-78,-35 0-1,-18 17 1,-18 36 0,0 35-1,-35 36 1,0-71 0,-17-18 15,-72 36-16,37-36 1,-37-35 0,72-18-1,-19 18 1,54 0 46</inkml:trace>
  <inkml:trace contextRef="#ctx0" brushRef="#br0" timeOffset="-145373.08">22066 6050 0,'0'0'31,"-35"-18"-31,-36-17 31,54 35-31,-36 0 31,18 35-15,17 54 0,18-1-1,70-53 1,-34-35 0,17 0-1,-18-35 1,-35 0-16,35-18 31,36 141 32,35-88-32,-89 0-16,-17-71-15</inkml:trace>
  <inkml:trace contextRef="#ctx0" brushRef="#br0" timeOffset="-144732.61">21960 5450 0,'18'18'15,"17"-18"1,18 35 0,0-35-1,-53 36 1,18-1-1,-18 0 1,-35 0 0,17-17-1,-17 17 1,35-17 0,0 17 15,17-35 0,19 0-15,69 0-1,-87 0 1,-18 36 46</inkml:trace>
  <inkml:trace contextRef="#ctx0" brushRef="#br0" timeOffset="-143671.09">22613 5450 0,'0'0'31,"0"18"16,0 53-32,18-18 1,17 52 0,-35-52-16,35 35 15,-35 1 1,0-19-1,18-35 1,-18-87 93,0-1-93,35 35 0,-17-17-1,17 35 1,18 0 0,-18 0-1,36 0 1,-36 17-1,0 1 1,-35 17 0,0 18-1,0-35 1,-35 70 0,0-88 15,-53 18-16,70-18 1,-35 0 0,18 0-16,17 35 156</inkml:trace>
  <inkml:trace contextRef="#ctx0" brushRef="#br0" timeOffset="-141924.33">23636 6032 0,'18'0'157,"52"0"-142,-34 0 1,16 0 0,1 0-1,-35 0 1,-18-17 46</inkml:trace>
  <inkml:trace contextRef="#ctx0" brushRef="#br0" timeOffset="-141625.28">23724 5891 0,'0'0'0,"0"18"62,0 70-46,18-35 0,-18 18-1,0-36 1,18-35 0,-18 35-16,35-35 31</inkml:trace>
  <inkml:trace contextRef="#ctx0" brushRef="#br0" timeOffset="-140074.29">24359 5556 0,'18'0'62,"0"-17"-46,-18-19-1,88 1 1,-35 35 0,-18 0-1,0 0-15,1 53 16,-36 0-1,0 0 1,-18 17 0,-35 1-1,0-18 1,35-53 0,-17 0-1,35-18 32,0 1-31,18-19-1,-1 36 1,107 0 0,-36 18-1,-53 35 1,18 17-1,-53-17 1,-35 35 0,-36-52-1,19-36 1,-19 0 0,18 0-1,141 0 79</inkml:trace>
  <inkml:trace contextRef="#ctx0" brushRef="#br0" timeOffset="-139358.75">25471 5821 0,'0'0'0,"-18"0"16,-88-35 0,53 35-1,-17 0 1,-1 70 15,71-17-15,0 0-1,18-18 1,105-17 0,-70-18-1,-18-106 1,1 71-1,-36 17 1,35 53 47,88 1-32,-70-72 0,-53 1-31</inkml:trace>
  <inkml:trace contextRef="#ctx0" brushRef="#br0" timeOffset="-138676.15">25735 5239 0,'-35'0'16,"52"88"15,19-18-15,-1 36-1,-35 35 1,35-35 0,-35-18-1,0-70 1,18-18-16,-18 35 15,0-52 17,0-71-17,0 52 1,35 19 0,1 17 15,52 0-16,-35 0 17,-36 53-17,-17-18 1,0 71 0,0-89-1,-35-17 1,17 0-1,-35 0 1,18 0 0,53 0 15,35-35-15</inkml:trace>
  <inkml:trace contextRef="#ctx0" brushRef="#br0" timeOffset="-137788.3">26158 5292 0,'18'0'78,"17"0"-62,71 0 15,-71 0 1,-35 35-17,-52 18 1,-1-18-1,35 0 1,18-17 0,0 17 15,18-35-15,70 0-1,-35 0 1,-18 0-1</inkml:trace>
  <inkml:trace contextRef="#ctx0" brushRef="#br0" timeOffset="-135973.35">26899 5803 0,'36'0'78,"16"-35"-47,54 35 1,-35-18-1</inkml:trace>
  <inkml:trace contextRef="#ctx0" brushRef="#br0" timeOffset="-135661.83">27005 5592 0,'0'17'31,"0"1"-16,18 70 1,-1-35 0,-17-18-16,36-17 15,-36 35 1,35-18 0</inkml:trace>
  <inkml:trace contextRef="#ctx0" brushRef="#br0" timeOffset="-133896.22">27834 5715 0,'0'-18'62,"-35"18"-46,35-53-1,-35 1 1,35-1-16,0 17 16,-18-105-1,18 106 1,0 88 93,35 0-93,-35 0 0,36 88-1,-1 18 1,0-36-1,-35-88-15,35 1 16,-35-1 0,0-53 46</inkml:trace>
  <inkml:trace contextRef="#ctx0" brushRef="#br0" timeOffset="-131996.52">28222 5468 0,'0'18'94,"18"52"-63,17 36-15,0 88-1,-35-70 1,18-72-1,-18-104 48,0-54-32,35 18 0,1 88-15,-19 0 0,36 0-1,-53 17-15,53-17 16,-53 18-16,35 17 16,1 18-1,-36-18 1,-18 18-1,-17 0 1,-18-18 0,18-35-1,-1 0 1,19 0 15,-19 0-15,36-35-1</inkml:trace>
  <inkml:trace contextRef="#ctx0" brushRef="#br0" timeOffset="-131181.02">28310 5098 0,'0'-36'47,"18"36"-32,70 0 17,-35 0-17,-35 0-15,-18 18 16,0 35-1,0 35 1,-53-35 0,0-53-1,35 0 1,18-18 31,36-17-32,17 35 1,-1 0 0,-16 35-1,17 18 1,-53 0 15,0 35-15,-18-52-1,-35-36 1,18 0 0,17 0-1,18-18-15,0-17 32</inkml:trace>
  <inkml:trace contextRef="#ctx0" brushRef="#br0" timeOffset="-129615.29">29069 5662 0,'70'-35'62,"-17"35"-46,-17 0 15,-36 35 0,-18 18-15,18 0-1,0-35 1,0 17 0,35-35-1,18 35 1,-35-35-16,52 0 16,-17-18-1,-17 18 1,-36-35-1</inkml:trace>
  <inkml:trace contextRef="#ctx0" brushRef="#br0" timeOffset="-129082.17">29439 5680 0,'18'0'16,"88"17"-1,-89-17 1,72 0-1,-89 36 17,-18-19-1,-17 19-15,-1-1-1,1-18 16,0 19-31,17-36 16,18-18 47,0-35-48,0 0 1,0 36-1,-53 17 32</inkml:trace>
  <inkml:trace contextRef="#ctx0" brushRef="#br0" timeOffset="-127949.27">30603 5397 0,'-17'0'47,"-18"0"-32,-18 18 1,0-18 0,53 35-16,-53-35 15,35 18 1,18 17 0,0-17 30,35 17-30,36-35 0,0 36-1,-19-1 1,1-18 0,-53 19-1,0-1 1,0-17-1,-53 17 1,-17 0 0,52-35-1,-35 0 1,18 0 0,17-17-1,54 17 63,17-36-62</inkml:trace>
  <inkml:trace contextRef="#ctx0" brushRef="#br0" timeOffset="-127449.77">30974 5098 0,'-35'53'78,"-1"17"-63,36 142 17,36 105-1,-36-281-16,123 34 1,-88-35 0,-35-70-1</inkml:trace>
  <inkml:trace contextRef="#ctx0" brushRef="#br0" timeOffset="-108777.7">31203 5450 0,'-35'0'47,"35"18"-32,-18 35 16,18 18-15,0-36 0,0 18-1,53-36 1,18-17 0,-18 0-1,-18-53 1,-35 18-1,18 0 17,17 35 61,0 35-77,-17-35-16,17 0 31,-17 0-15,17-35 0,-35 17-1,0-17 1,0 0 15,-18-1-15,1 1-1,-19 35 1,1 0 0,0 18-1,0 17 16,35-17-15,35-18 0,35 35-1,-17-35 1,18 0 0,-18-35-1,0-36 1,-18 36-1,-35 17 17,0-17-1,-35 35 16,35 18-16,0-1-15,0 18-1,17-17 1,19 17 0,17 1-1,-1-36 1,1-18-1,0-53 17,18-17-17,-71 35 1,0 0 0,0 1-1,-18-19 1,1 53-1,-19 18 17,36 53 15,0 53-32,0 0 1,18 35-1,-18-53 1,0 71 0,0-36-1,0-52 1,35-124 46,-35-35-46,0 35 0,-17 0-1,52 53 63,18-35-62,35 0 15,-88-1 32</inkml:trace>
  <inkml:trace contextRef="#ctx0" brushRef="#br0" timeOffset="-108210.4">32244 4851 0,'0'35'31,"106"159"0,-18 35 1,-88-88-17,0-35 1,0 0 0,-18-53-1,-17 0 1,35-35-1,35-89 32</inkml:trace>
  <inkml:trace contextRef="#ctx0" brushRef="#br0" timeOffset="-107977.2">32667 5468 0,'71'-35'16,"-36"35"0,71-36-1,-53 36 1</inkml:trace>
  <inkml:trace contextRef="#ctx0" brushRef="#br0" timeOffset="-107794.08">32702 5539 0,'71'0'16,"-36"0"-1,18 0 1,-17 0 0,-1-18-1</inkml:trace>
  <inkml:trace contextRef="#ctx0" brushRef="#br0" timeOffset="-107194.39">33267 5186 0,'0'0'0,"-35"-53"16,-18 18 15,17 35-15,1 0 0,18 17-1,17 54 1,0-18-1,17 0 1,36 17 0,0-35-16,-18 1 15,18-1 1,0 18 0,-53-18-1,0 1 1,-70-19-1,17-17 1,0 0 15,17 0-15,36-35 0,0-36-1,89 18 1,-36 0-1,-18 1 1,18 52-16,-53-18 16,-71 18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06:40.71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18221 10795 0,'18'-18'156,"52"18"-125,-52-17-31,17 17 16,-70 0 31,17 0-31,18-36-1</inkml:trace>
  <inkml:trace contextRef="#ctx0" brushRef="#br0" timeOffset="1588.53">13264 5433 0,'0'-18'141</inkml:trace>
  <inkml:trace contextRef="#ctx0" brushRef="#br0" timeOffset="4563.72">8555 2117 0,'-18'0'32,"18"-18"-17,0 0 1,0-87 0,0 52-1,0 0 1,0 0-1,35-35 1,-35 70 31,36 71 15,-36 0-46,17-18-16,-17-17 16,0 88-1,0-71-15,0 88 16,0-35 0,0 18-1,0-53 1,0 0-1,0-18 1,-35-52 109,-35 17-94,34 0-15,72 0 109,16 0-109,1 0-1,0 0 1,0 0-1,-35 0 1,-36 0 125</inkml:trace>
  <inkml:trace contextRef="#ctx0" brushRef="#br0" timeOffset="8014.32">8608 3316 0,'0'-35'110,"0"17"-95,0-35-15,0-70 32,0 88-17,0-18 1,0 0-1,0 35 1,35 18 109,-35 35-109,35-35-16,-35 53 15,0 18 1,0-1 0,36 89-1,-36-53 1,17-18-1,-17-35 1,0 18 15,-35-71 63,0-18-78,17 18-1,-17 0 1,17 0 0,-17 0 30,52 0 33,1 0-64,53 0 1,-18 0-1,0 0 1,-36 0 0,18 0 15,-52 0 531</inkml:trace>
  <inkml:trace contextRef="#ctx0" brushRef="#br0" timeOffset="9144.46">8978 2187 0,'53'0'47,"0"0"-31,-35 0-1</inkml:trace>
  <inkml:trace contextRef="#ctx0" brushRef="#br0" timeOffset="9344.51">9419 2222 0,'0'0'0,"18"0"16,35 0 31</inkml:trace>
  <inkml:trace contextRef="#ctx0" brushRef="#br0" timeOffset="9494.71">9666 2170 0,'53'0'32,"-35"0"-17,17 0 1</inkml:trace>
  <inkml:trace contextRef="#ctx0" brushRef="#br0" timeOffset="9710.53">9878 2170 0,'0'0'0,"35"0"15,-35 17 32</inkml:trace>
  <inkml:trace contextRef="#ctx0" brushRef="#br0" timeOffset="9882.09">9913 2399 0,'0'18'32,"-18"-18"-1</inkml:trace>
  <inkml:trace contextRef="#ctx0" brushRef="#br0" timeOffset="10061.49">9895 2558 0,'0'17'32</inkml:trace>
  <inkml:trace contextRef="#ctx0" brushRef="#br0" timeOffset="10256.2">9895 2716 0,'18'36'32,"-18"-1"14</inkml:trace>
  <inkml:trace contextRef="#ctx0" brushRef="#br0" timeOffset="12221.74">9790 3298 0,'0'-52'110,"35"-37"-95,-35 36 1,35 1 15,-35-1-31,0 35 31,0-17-15,18 35 0,17 0 31,-35 17-32,35 54 1,-35-18-1,0-18-15,18 36 16,-18 34 0,0-34-1,0-18 1,0 17 0,0-34-1,35-1 16,-35-17 16,-17-18 0</inkml:trace>
  <inkml:trace contextRef="#ctx0" brushRef="#br0" timeOffset="12565.01">9878 3545 0,'0'0'15,"17"0"63,36 0-62,0 0 0,18 0-1,-54 0 1,36 0 0,-88 36 62</inkml:trace>
  <inkml:trace contextRef="#ctx0" brushRef="#br0" timeOffset="14277.45">8661 4057 0,'-36'0'16</inkml:trace>
  <inkml:trace contextRef="#ctx0" brushRef="#br0" timeOffset="14743.43">8678 3986 0,'0'18'94</inkml:trace>
  <inkml:trace contextRef="#ctx0" brushRef="#br0" timeOffset="14914.64">8661 4057 0,'0'35'16,"0"-17"15,0 17 0,-18 0 1</inkml:trace>
  <inkml:trace contextRef="#ctx0" brushRef="#br0" timeOffset="15101.51">8643 4286 0,'0'36'15</inkml:trace>
  <inkml:trace contextRef="#ctx0" brushRef="#br0" timeOffset="15196.73">8643 4374 0</inkml:trace>
  <inkml:trace contextRef="#ctx0" brushRef="#br0" timeOffset="16407.78">8714 4992 0,'17'-53'78,"19"0"-62,-36 0 0,35 18-1,-35-1 1,35 72 78,-35-1-79,0 0-15,18 54 31,-18-54-31,35 88 32,-35-70-32,0-35 15,0 52 1,0-52 0,0 17-1,-35-35 48,-53 0-32,17 0 0,53 18 0,18 17 16,53-35-31,18 0 0,35 0-1,-53 0 16,-18 0-15,-35 35 47,17-35-32,-17-105 0</inkml:trace>
  <inkml:trace contextRef="#ctx0" brushRef="#br0" timeOffset="17175.56">9119 3581 0,'18'0'31,"35"0"-16,-18 0 1,18 0 0</inkml:trace>
  <inkml:trace contextRef="#ctx0" brushRef="#br0" timeOffset="17356.2">9596 3581 0,'35'0'16,"-18"0"-1,19 0 1,-1 0 0</inkml:trace>
  <inkml:trace contextRef="#ctx0" brushRef="#br0" timeOffset="17508.08">9825 3581 0,'35'0'16,"0"0"15,1 0-16</inkml:trace>
  <inkml:trace contextRef="#ctx0" brushRef="#br0" timeOffset="17889.56">10178 3739 0,'0'0'0,"0"18"16,0 17 15,0 54-15,0-54-1,0 0 1,0 0-16</inkml:trace>
  <inkml:trace contextRef="#ctx0" brushRef="#br0" timeOffset="18072.73">10213 4075 0,'0'0'0,"0"17"16,0 36-1,0 0 1,18-18 0,-18 142-1</inkml:trace>
  <inkml:trace contextRef="#ctx0" brushRef="#br0" timeOffset="18323.58">10266 4498 0,'0'35'0,"0"0"16,0 1-1,0-19 32,0 19-31,0-1 0,0-17-1,0 17 1,0-18-1,0 19-15,0 17 32,0-18-17,0-17 1</inkml:trace>
  <inkml:trace contextRef="#ctx0" brushRef="#br0" timeOffset="18489.45">10266 5045 0,'0'35'15,"0"0"1</inkml:trace>
  <inkml:trace contextRef="#ctx0" brushRef="#br0" timeOffset="19705.97">10195 5027 0,'0'0'0,"36"0"93,-36-18-61,0-34-17,0 16 1,0-17 0,17 18-1,18 35 16,18 0-15,0 0 15,35 0-15,-70 18 0,-18 17-1,0 0 1,0 71-1,-18 0 1,-52-36 0,-1 1-1,18-36 1,18-35-16,0 0 16,-18-17-1,53-19 1,-35 1-1,35 0 1,17 0 15,19 35-15,-1 0 0,18 0-1,-18 17 1,18 18-1,0 1 1,0-36 0,35 0-1,-35 0 1,18 0 0,-19-18-1,-34-17 16,-18 0 1</inkml:trace>
  <inkml:trace contextRef="#ctx0" brushRef="#br0" timeOffset="23038.4">10142 3387 0,'36'0'47,"-19"0"-32,19 0-15,16-36 16,72 1 0,-54 35-16</inkml:trace>
  <inkml:trace contextRef="#ctx0" brushRef="#br0" timeOffset="23264.13">11712 3052 0</inkml:trace>
  <inkml:trace contextRef="#ctx0" brushRef="#br0" timeOffset="23369.74">11730 3069 0,'0'18'16,"0"17"15</inkml:trace>
  <inkml:trace contextRef="#ctx0" brushRef="#br0" timeOffset="24436">11959 5203 0,'0'-35'16,"0"0"0,0-36-1,0 18 1,0 1 0,0-1-1,0 17-15,0-17 16,0 36 15,18 17 63,17 53-79,-35-18-15,35 71 16,-35 35 0,36-18-1,-19-52 1,-17-1 0,36-70-1,-54 0 32</inkml:trace>
  <inkml:trace contextRef="#ctx0" brushRef="#br0" timeOffset="24635.53">12047 5433 0,'18'0'62,"17"0"-46,18-18-1,0 18 1,-18 0 0</inkml:trace>
  <inkml:trace contextRef="#ctx0" brushRef="#br0" timeOffset="28367.52">8855 6526 0,'0'-35'47,"0"-18"-32,0-35 17,0 17-32,0 54 15,0-36 16,0 18-15,35 105 31,-35-52-31,0 70-1,35 106 1,1-35-1,-36-18 1,35-53 0,-35-35-1,0-18 1,-35-52 46,-18-1-46,17 18 0,1 0-1,0 0 17,52 0 30,54 0-46,70-35-1,-70 35 1,-36 0 0,-17 0-1,-18-36 110,0 1-109</inkml:trace>
  <inkml:trace contextRef="#ctx0" brushRef="#br0" timeOffset="28932.59">9225 5168 0,'18'0'31</inkml:trace>
  <inkml:trace contextRef="#ctx0" brushRef="#br0" timeOffset="29100.52">9437 5133 0,'17'0'31,"19"0"-15,-19-18-1</inkml:trace>
  <inkml:trace contextRef="#ctx0" brushRef="#br0" timeOffset="29249.47">9631 5133 0,'17'0'32,"19"0"-17,-1-18 1</inkml:trace>
  <inkml:trace contextRef="#ctx0" brushRef="#br0" timeOffset="29411.86">9790 5115 0,'35'0'16,"18"0"15</inkml:trace>
  <inkml:trace contextRef="#ctx0" brushRef="#br0" timeOffset="31215.98">10442 6191 0,'0'-17'63,"18"17"-48,35 0 1,70 0 0,-105 0-16,17 0 15,0 35 1,-35-17-1,0 34 17,0-16-32,-70-1 15,17 0 1,0 1 0,18-36 15,35-36-16,17 19 1,36 17 0,18 0-1,17 0 1,-53 53 0,-17-1-1,-18 19 1,0-18-1,-18 35 17,-87-35-17,52-53 1,-18 18 0,53-18-16,-35 0 31,71-53 47</inkml:trace>
  <inkml:trace contextRef="#ctx0" brushRef="#br0" timeOffset="31882.4">10971 5115 0,'36'0'47,"-1"0"-32</inkml:trace>
  <inkml:trace contextRef="#ctx0" brushRef="#br0" timeOffset="32048.52">11218 5151 0,'0'0'0,"71"0"31,-36 0 1,-17 0-32</inkml:trace>
  <inkml:trace contextRef="#ctx0" brushRef="#br0" timeOffset="32197.98">11465 5168 0,'18'0'31,"-36"0"-31,124 0 31,-88 0-31</inkml:trace>
  <inkml:trace contextRef="#ctx0" brushRef="#br0" timeOffset="32314.88">11677 5203 0,'0'0'0,"35"0"47</inkml:trace>
  <inkml:trace contextRef="#ctx0" brushRef="#br0" timeOffset="33530.55">12241 6244 0,'0'-17'32,"18"-19"-1,53 36 0,-1 0-15,-35 18 15,-35 0-15,0 34-1,0-16 1,-53-1-1,1 0 1,16-35 0,1 0-1,70-17 32,18 17-31,18 0-1,35 17 17,-71 71-32,-35-35 31,0 0-15,-35 18-1,-1-54-15,-17 19 16,-17 17-1,52-18 1,-35-35 0,18 0 15,17 0 31,-17 0-62</inkml:trace>
  <inkml:trace contextRef="#ctx0" brushRef="#br0" timeOffset="34413.51">12418 5151 0,'17'0'31,"19"0"-16,34-18 1</inkml:trace>
  <inkml:trace contextRef="#ctx0" brushRef="#br0" timeOffset="34564.24">12788 5098 0,'71'0'31,"-142"0"-31,248 0 32,-142 0-17</inkml:trace>
  <inkml:trace contextRef="#ctx0" brushRef="#br0" timeOffset="34696.71">13123 5098 0,'53'0'31,"-17"0"-15,16 0-1,-16 0 1</inkml:trace>
  <inkml:trace contextRef="#ctx0" brushRef="#br0" timeOffset="34896.26">13600 5098 0,'35'0'47,"0"0"-16</inkml:trace>
  <inkml:trace contextRef="#ctx0" brushRef="#br0" timeOffset="35746.08">13899 6473 0,'0'-35'47,"0"-124"-32,0 1 17,0 122-17,0 1 1,0 0-1,71 158 64,-36 89-48,-35-71 0,0-35 0,-17-53 1,-1-53-17,-17 35-15</inkml:trace>
  <inkml:trace contextRef="#ctx0" brushRef="#br0" timeOffset="35990.47">13811 6685 0,'53'0'62,"-18"0"-46,18 0-1,0 0 1,0 0 0,-35 0-1</inkml:trace>
  <inkml:trace contextRef="#ctx0" brushRef="#br0" timeOffset="56336.47">6879 2099 0,'-17'0'31,"17"-35"1,-36 35-1,19 17 0,17 89 0,0-53-15,0 0 0,0 0-1,35-53-15,-35 53 16,18-53-16,34 18 16,1-18-1,-17 0 1,17-18-1,-18-53 1,-35 18 0,0-35-1,0 35 1,-18 18-16,18 17 16,-53-35-1,18 36 16,17 17-15,-70 106 15,88 52-15,0-105-16</inkml:trace>
  <inkml:trace contextRef="#ctx0" brushRef="#br0" timeOffset="57467.19">6950 3581 0,'0'-18'203,"0"-35"-188,0-106 1,0 54 15,0 69 0,0 1-15,35 70 31,-35 1-31,0-1-16,0 0 15,35 106 1,-35-53-1,0-35 1,0 0 0,0-35-1,-17-18 17</inkml:trace>
  <inkml:trace contextRef="#ctx0" brushRef="#br0" timeOffset="57800.98">6879 3704 0,'-17'35'16,"34"-70"-16,-34 88 47,34-53-31,36 0-1,18 0 1,-18 0-1,-1 35 1,1-35 0,-70 53 109</inkml:trace>
  <inkml:trace contextRef="#ctx0" brushRef="#br0" timeOffset="58900.11">6862 5345 0,'0'-36'78,"0"-52"-62,17 35 0,18 18-1,1 17 1,-1 18 15,18 0-15,-18 0-1,0 18-15,-35 70 16,0 0 0,-17 18-1,-107 0 1,89-71-1,0-17 1,0-36 15,35-35-15,0 0-16,17 36 31,18 34 16,71 36-31,-35-17-1,-18-36 1,0 0 0,-36-18-1,-17 0 1,0-17-1</inkml:trace>
  <inkml:trace contextRef="#ctx0" brushRef="#br0" timeOffset="60615.43">6985 6597 0,'35'0'63,"71"-18"-32,-71 18-31,18 18 31,-35 70-15,-71 36 15,-18-124-15,19 17-1,52-52 32,17 0-31,36 17-1,18 18 1,-1 18 0,-35 17-1,-35 0-15,0 18 16,0 53 0,0-53-1,-105 0 1,52-18-1,0-35 17,18 0-17,17 0 1,18-18 15</inkml:trace>
  <inkml:trace contextRef="#ctx0" brushRef="#br0" timeOffset="63802.96">7426 8343 0,'0'35'46,"0"18"-30,-18 53 15,18-71-15,0 18 0,0-35-1,18-18 1,53 0-1,-1-18 1,-17 18 0,0 0-1,0 0 1,-36 0 15,-17-17 47</inkml:trace>
  <inkml:trace contextRef="#ctx0" brushRef="#br0" timeOffset="64065.5">7743 8308 0,'-35'0'16,"53"35"31,-18 0-31,35 124-1,-35 88 1,18-123-1,-18-89 1,0 0 0,35-35 15,-35-35-31</inkml:trace>
  <inkml:trace contextRef="#ctx0" brushRef="#br0" timeOffset="65566.91">9190 8414 0,'0'0'0,"0"-18"62,0-52-46,0 17-1,0 17 1,0-17-16,0 36 31,35 52 94,-35 0-109,0 18 0,35 18-1,-35-18 1,18 53-1,-18-18 1,35 0 0,-35-35-1,0-18 1,36 0 0,-72-35 46,-87 0-31,105-17 1,89 17 30,-36 0-46,89 0-1,-107-18 1,36 18 0,-88 0 93</inkml:trace>
  <inkml:trace contextRef="#ctx0" brushRef="#br0" timeOffset="66595.41">10971 7885 0,'-17'35'78,"-54"18"-62,1 53-1,34-71 1,1 0-1,35 0 1,35-35 0,36 0-1,-18 0 1,17 0 0,71 0-1,-88 0 1,0 0-1,-53-35 64</inkml:trace>
  <inkml:trace contextRef="#ctx0" brushRef="#br0" timeOffset="66895.32">11130 7867 0,'-18'0'32,"18"35"-1,71 159 0,0 177 0,-36-266-15,-35-52 0,18-70 30</inkml:trace>
  <inkml:trace contextRef="#ctx0" brushRef="#br0" timeOffset="67678.14">12771 7796 0,'-36'0'16,"-17"0"15,0 0-15,18 36-1,-53 17 1,88 35 0,0 0-1,18 0 1,70-17 0,-18-71-1,-17 0 1,0-18-1,-53-35 1,0 18 0,-35 17-1,-53 18 1,52 36 15,-52 52-15,88-35-1,0-18 1,18-35 0</inkml:trace>
  <inkml:trace contextRef="#ctx0" brushRef="#br0" timeOffset="68661.53">14429 7761 0,'-36'35'78,"-34"36"-63,-1-1 1,18 1 0,18-53-1,35 17 1,0-17 0,18-18-1,52 0 1,36 35-1,-35-35 1,-18 0 0,-18 0-1,-18 0 1</inkml:trace>
  <inkml:trace contextRef="#ctx0" brushRef="#br0" timeOffset="68944.11">14429 7796 0,'-36'0'15,"36"18"17,53 141-1,-17 123 0,-36-211-31,35-19 16,-35 1-1,35-17 17,-17-72-17,-18 1-15</inkml:trace>
  <inkml:trace contextRef="#ctx0" brushRef="#br0" timeOffset="69922.6">16104 7937 0,'0'0'0,"0"-17"15,0-89 1,18-17 0,-18 105-1,0-35 1,0 71 31,35 17-32,0 35 1,-35-17 0,18 36-1,17 34 1,-35-88 0,0 18 15,0-35-16,0 17 1,-35-35 0,-18 35-1,-17-35 1,17 18 0,106-18 30,88 35-30,-88-35 0,35 0-1,-53 0 1,-35 36 62,-17-36-62,-1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10:17.2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20602 4127 0,'0'18'94,"35"17"-63,-35 18 0,0 18-15,18 35 15,-18-53 0,0-18 1,0-17-17,35-18 79,18 0-63,53 0 0,-53-18-15,53 18 15,-18 0 1,36-18-1,-19 18 0,-34 0-15,-18 0-1,35 0 17,-53 0-17,54-35 1,-37 35-1,1 0 1,0 0 0,35 0-1,-35 0 1,-17 0 0,34 0-1,-17 0 1,-18-35-16,18 35 15,-17 0 1,69-36 0,-52 36-1,18-17 17,-18 17-17,17 0 1,-17-35-1,0 35 1,-17 0-16,16 0 16,1-36-1,18 36 1,-18 0 0,-36 0-16,19 0 15,52 0 1,-35-35-1,0 35 1,17 0 0,1 0 15,-1-18-15,-52 18-1,53 0 1,17 0-1,-53 0 1,36 0 0,-1-35-1,-17 35 1,35 0 0,-35 0-1,0 0 1,0 0-1,-18 0-15,-17 0 16,70 0 0,-35 0-1,18 0 17,17 0-17,53 0 1,-88 0-1,0 0 1,17-35 0,-17 35-1,-17 0-15,16 0 16,19 0 0,0 0-1,34 0 1,37 0-1,-125 0 1,36 0 0,0-36-1,-18 36 1,71 0 15,-53 0-15,-35 0-1,35 0 1,-18 0-16,-18 0 31,-17-17 94,0-18-93,0 17-17,-17-17 16,17-1-15,-18 1 31,18 17 78,-70 18 31,17 0-140</inkml:trace>
  <inkml:trace contextRef="#ctx0" brushRef="#br0" timeOffset="1265.86">23301 4022 0,'0'-18'47,"0"53"78,0 1-110,0 16 1,0 19 0,0-53-1,0 17 1,0-70 31,-18 35-47</inkml:trace>
  <inkml:trace contextRef="#ctx0" brushRef="#br0" timeOffset="2215.83">21890 4145 0,'0'18'62,"0"17"-46,0 53 15,0 0 1,0-70-1,17-18 16,19 0-16</inkml:trace>
  <inkml:trace contextRef="#ctx0" brushRef="#br0" timeOffset="3189.41">24606 3845 0,'0'18'93,"0"35"-77,0-18 0,18 18-1,-18-18 1,0 1 0,0-1-1</inkml:trace>
  <inkml:trace contextRef="#ctx0" brushRef="#br0" timeOffset="4478.97">21149 4233 0,'0'36'109,"0"-19"-93,0 89-1,0-53 1,35 0 0,-35 0-1,36 0 16</inkml:trace>
  <inkml:trace contextRef="#ctx0" brushRef="#br0" timeOffset="5380.62">22648 4075 0,'0'17'78,"0"36"-62,0 18-1,0-36 1,0 0-1,0 18 1,0-18 0,0-52 62,36-18-78</inkml:trace>
  <inkml:trace contextRef="#ctx0" brushRef="#br0" timeOffset="6273.33">23971 3933 0,'0'71'94,"0"35"-63,18-53 0,0-71 16,-18-35-16,35 53-15</inkml:trace>
  <inkml:trace contextRef="#ctx0" brushRef="#br0" timeOffset="7103.72">25171 3863 0,'-18'0'16,"36"35"46,-18 89-30,17-71-17,-17-18 1,36-35-1</inkml:trace>
  <inkml:trace contextRef="#ctx0" brushRef="#br0" timeOffset="9528.7">20920 6862 0,'17'0'63,"-17"17"-32,0 18-15,36 18 15,-36-17-15,17-19 15,19-17 0,16 0-15,-34 0-1,35 0 1,0 0 0,17 0-1,-17 0 1,0 0 0,-17 0-16,17-35 15,-1 35 1,-16 0-1,-19 0 17,19 0-17,-1 0 17,-35-35 77,0 17-93,-18-70 15,18 53 0,0-1 0,0 54 47,-35-18-78</inkml:trace>
  <inkml:trace contextRef="#ctx0" brushRef="#br0" timeOffset="10553.61">21837 6809 0,'0'0'16,"53"-18"0,0 18-1,17-18 1,54-17-1,-36 0 1,35 35 0,-17-36-1,-53 36-15,0-35 16,88 35 0,-88 0-1,-18-35 1,-35 17 46,0-17-15,18 35 47,17 0-78,1 0 15,-36 18 0,-18-1 0,-17-17 1</inkml:trace>
  <inkml:trace contextRef="#ctx0" brushRef="#br0" timeOffset="11840.93">23001 6297 0,'0'0'0,"35"35"16,-35 36 0,36-1-1,-36-17 1,35 0-1,-35-17 1,18-36 47,17 0-32,0-36-16,0 36 1,54-35 0,-36 35-1,17 0 1,1 0 0,17-35-1,-53 35 1,18-36-1,-18 36 1,1 0 15,-36-17-31,0-18 47,-18 17-16,0-17-15,-17-54 0,35 37-1,0 16 1,0 1 0,0 0-1,-35 35 16,17 0-15,-35 0 0,-35 17 15,-18-17-15,18 36-1,53-36-15,-18 35 16,17 0-1</inkml:trace>
  <inkml:trace contextRef="#ctx0" brushRef="#br0" timeOffset="12559.77">23495 6756 0,'0'35'15,"0"-17"1,0 17-1,0 0-15,0 18 16,-35 35 0,-1 0-1,-16 18 1,-54 124 0,53-107-1,17-35 1,1 18-1,0-35 1,17 34 0,18-34 15,-35-53-15,35 17-1,0-53 48</inkml:trace>
  <inkml:trace contextRef="#ctx0" brushRef="#br0" timeOffset="12990.3">23054 8043 0,'-35'18'63,"35"53"-48,-18-36 17,18-18-1,35-52 31,1 35-46,-19-35-16,-17 17 47,0-17-16,-70 35 0</inkml:trace>
  <inkml:trace contextRef="#ctx0" brushRef="#br0" timeOffset="14083.75">22895 8643 0,'0'106'16,"0"-36"15,0 19 0,0-19-15,0-17-1,0 0 1,0-18 0,0 1-1,18-36 1,0 0 15,17 0-15,35 0-1,-17 0 17,-17 0-32,16-18 15,90 18 1,-89 0-1,-18-35 1,-18 35 0,19 0-1,-36-18 79,0-17-63,0-18-15,0 0-16,0 18 16,0-18-1,0 0 1,-18-18-1,18 54-15,0-54 32,0 36-1,-18 35-15,-17 0 15,0 0-16,17 0 1,-88 35 0,71-35-16,-71 35 15,36-17 17,34-18-17,-34 0 1,70 35-1,0-52 48</inkml:trace>
  <inkml:trace contextRef="#ctx0" brushRef="#br0" timeOffset="14991.71">23618 8908 0,'18'-18'94,"17"-17"-79,89-89 16,-89 89-15,53-36 0,1 1-1,16-36 1,54-53 0,-71 106-1,0-17 1,-52 17-1,-19 35 1</inkml:trace>
  <inkml:trace contextRef="#ctx0" brushRef="#br0" timeOffset="15477.69">24465 8026 0,'18'0'31,"-1"-18"1,19 18-17,-54 0 32,18 35-31,-35 18-1,35-35 1,0-53 62,-18 17-47,-17 18 1</inkml:trace>
  <inkml:trace contextRef="#ctx0" brushRef="#br0" timeOffset="16903.23">24659 7355 0,'0'106'32,"0"88"-1,0 0 0,0-141-15,35-18-1,1-35 95,34 0-79,54 0 0,-71 0-15,88-17 15,-71 17-15,-52 0-16,17 0 15,18-35 1,-53 17 62,0-17-47,0-1 1,0-34-17,0 35-15,0-54 16,18 1 15,-18 0-15,0 35-1,35 18 1,-35 17 15,-53 18 63,-53 0-78,53 18-1,-105 17 1,105-35 0,0 18-1,18-18 1,17 0-1,-17 0 110</inkml:trace>
  <inkml:trace contextRef="#ctx0" brushRef="#br0" timeOffset="19855.93">25506 7532 0,'35'-35'15,"53"35"17,0 0-17,18 0 1,35-36-1,-17 1 1,17 35 0,-123 0-1,35 0 1,-36 0 0,-17-35 93</inkml:trace>
  <inkml:trace contextRef="#ctx0" brushRef="#br0" timeOffset="21023.3">26370 7320 0,'0'0'0,"18"0"375,17 0-344,36 0 0,-71 35-15,-18 1 31,-17-19-32,17-17 1,18 36 0,-35-36-1,35-18 16,0-17-15,0-1 0,-36 1-1</inkml:trace>
  <inkml:trace contextRef="#ctx0" brushRef="#br0" timeOffset="22232.25">26705 7144 0,'0'0'16,"0"88"15,0 71 0,18-36-15,-18-52 0,18-18-1,-18 0 1,35-53 0,-35 35-1,35-35 1,-17 0-1,35 0 1,0 0 0,35 0-1,71-18 1,-71 18 0,-18 0-1,-17 0 1,-18 0 15,1 0-31,-36-35 47,0 17-31,0-70-1,-18-35 1,-17-1-1,35 18 1,0 89 0,-35-36-1,35 17-15,0 19 32,-71 17 61,-105 35-61,-124 0-1,247 1-16,-18-36 1,89 0 62</inkml:trace>
  <inkml:trace contextRef="#ctx0" brushRef="#br0" timeOffset="23063.74">27570 7691 0,'35'0'63,"18"0"-48,0 17 1,105 18 0,-16 1-1,-37-1 1,-34-35 0,-36 0-1,0 0 1,1 0 46</inkml:trace>
  <inkml:trace contextRef="#ctx0" brushRef="#br0" timeOffset="23404.58">28487 7726 0,'-35'17'46,"-18"19"-30,-53 70 15,106-71-15,-36 0 0,1 0-1,53-35 32</inkml:trace>
  <inkml:trace contextRef="#ctx0" brushRef="#br0" timeOffset="23686.71">28663 7726 0,'-70'17'31,"34"-17"-15,1 89 0,-53-1-1,53-35 1,35-36-1,-36-17 1,19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16:30.4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2258 13494 0,'0'70'157,"17"-52"-142,36 52 17,0-34-17,0-1 1,18 0-1,-18-17 1,-18 17 0,0 1-1,0-1 1,1 0 15,-19-17-15,19 17-1,-36-17 17,35-18-17,-53 0 204</inkml:trace>
  <inkml:trace contextRef="#ctx0" brushRef="#br0" timeOffset="986.39">2205 14041 0,'0'-36'141,"17"-52"-110,19 35-15,-1 0 0,53 0-1,-70-17 1,35 52-1,0-17-15,-18 0 16,-17 35 0,-18-36-1,35 36 1,-35-17 31,35 17-16,-17-36 0,-18 1-15,35 17 0,0-17 15,-52 53 109</inkml:trace>
  <inkml:trace contextRef="#ctx0" brushRef="#br0" timeOffset="5811.55">3881 13864 0,'0'-17'31,"0"-19"0,0-17-15,0 18 0,17-36-1,-17 1 1,35-1 0,-35 54-1,0-19 48,18 54 15,-18 17-63,0 36 1,0-1 0,0-52-16,0 35 15,0 18 1,0-54 0,0 36-1,0 0 1,0-35 15,0 17 0,-53-53 79,18 18-95,0 0 17,35 18 14,17-18 17,19 0-47,-1 0-16,53 0 31,-53 0-16,1 0 1,-72 0 187</inkml:trace>
  <inkml:trace contextRef="#ctx0" brushRef="#br0" timeOffset="9464.54">5274 13705 0,'0'-35'47,"0"17"-16,0-17 1,0 0-17,18 35 1,-1-18 0,-17-17-1,36 35 1,-1-18-1,-18 18 17,19 36-1,-36 17-15,0-18-1,0 18 1,-18 17-1,-17 36 17,17-53-17,-35-35 1,0 17 0,-35-35-1,71 0 1,-19 0 15,36-18-15,0 1 15,0-19-15,18 36-1,0 0 16,17 18 16,0 0-31,-17-18 0,17 35-1,0 0 1,-17-35-1,35 0 1,-18-17 0,0 17-1,-35-36 1,-35 36 31</inkml:trace>
  <inkml:trace contextRef="#ctx0" brushRef="#br0" timeOffset="12196.39">6615 13582 0,'0'-18'47,"17"18"-16,1-35-16,35 35 1,0-18 0,-36 18-1,19 0 1,-36 36 0,0-1-1,0 53 1,-36-35-1,1-35 1,-18-18 0,35 0-1,-17 0 17,53-18 30,-1 18-46,36 0-1,0 0 1,-17 0-16,-36 18 16,70 17-1,-70 36 1,0-19-1,0 1 1,-17 18 0,-1-18 15,-53-53-15,36 17-1,-18-17 1,35 0-16,-17 0 31,0 0 32</inkml:trace>
  <inkml:trace contextRef="#ctx0" brushRef="#br0" timeOffset="17577.41">8114 13564 0,'0'18'93,"-18"17"-77,18 18 15,-17-18-15,17-17-1,0 17 1,35-35 0,-17 0-1,34 0 1,1 0 0,-17 0-16,-1 0 15,0 0 16,-35 18 32,18-18-32,-18-18-15</inkml:trace>
  <inkml:trace contextRef="#ctx0" brushRef="#br0" timeOffset="17983.56">8343 13511 0,'18'89'125,"-18"-19"-109,0 124 15,0-123-16,0-54 1,0 36 0,0-17-1</inkml:trace>
  <inkml:trace contextRef="#ctx0" brushRef="#br0" timeOffset="20144.04">9719 13494 0,'-18'0'94,"-35"0"-78,-70 0 15,88 35-15,-1-35-1,1 0 1,35 35 109,0-17-109,0 17 15,0 0 0,0-17-15,18-18 46,-1 0-46,19 0-1,-1 0 1,36 0 0,-19 0-1,19 0 1,-36 35 0,1-17-1,-1 17 1,-35 1 15,0-1-15,0 0-1,-53 0 1,-35 18 0,35-53-1,0 0 1,0 0-1,18 0 17,17 0 108</inkml:trace>
  <inkml:trace contextRef="#ctx0" brushRef="#br0" timeOffset="22124.32">11130 13564 0,'0'-17'187,"-18"17"-155,-17-18-1,0 18 0,17 0-15,-52 0 15,52 35-15,18 1-1,-35-36 1,35 52 0,0-34-1,0 35 1,0 0-1,0-18 1,17 36 0,-17-54-16,36 54 15,-1-53 1,18-18 0,53 0-1,-36 0 1,-34 0-1,-1-53 17,-35 35-17,0-17 1,0 0 0,-18 17 15,1 18-16,-19 0 1,1 0 0,17 0-1,-17 0 17,17 0-17,18 53 1,0-36 15,0 19-15,0-1-1,0-17 1,0 17 46,-35-35 79</inkml:trace>
  <inkml:trace contextRef="#ctx0" brushRef="#br0" timeOffset="25076.38">12188 13494 0,'53'0'109,"36"0"-93,-72 0-1,36 0 1,-18 0 0,-17 0 15,-18 35-16,0 0 17,0 53-17,0-70-15,0 35 16,0 18 0,0-18-1,0-18 1,0 0-1,0 18 1,0-35 0,0 17-1,0-53 17</inkml:trace>
  <inkml:trace contextRef="#ctx0" brushRef="#br0" timeOffset="25505.05">12294 13705 0,'18'0'47,"88"0"-16,-71 0-31,53 0 32,-52 0-1,-1 0-15,-70 0 46,17 0-62</inkml:trace>
  <inkml:trace contextRef="#ctx0" brushRef="#br0" timeOffset="27911.55">14041 13600 0,'17'-36'46,"-52"36"64,-18-17-95,-18 17 1,36 0 0,-18 0-1,18 0 17,35 35-1,0-17-16,18 17 1,52 18 0,1 35-1,-1-35 1,-17 35 0,-53-53-1,0 18 1,0-35-1,0 17 1,-35 0 0,-18-35-1,-35 0 17,35-17-17,18-36 1,17 18-1,36-18 1,17 0 0,18 18-1,-18 35-15,18-36 16,-18 1 0,1 35-1,-36-18 1</inkml:trace>
  <inkml:trace contextRef="#ctx0" brushRef="#br0" timeOffset="29301.04">15293 13670 0,'-18'-18'47,"18"-17"-31,-17 0-1,-19 0 1,-17 35-1,18-18 1,-18 18 0,18 0-1,17 0 1,-17 53 0,35 17-1,0-17 1,18-17-1,70-36 1,-18 0 0,-17-18-1,-35 18 17,17-35-17,1 35 1,-36-18-1,17 18 1,-17 88 31,0-35-31,0-17-1,0-1 1,0 0-1,0-17 1,0 17 15</inkml:trace>
  <inkml:trace contextRef="#ctx0" brushRef="#br0" timeOffset="31402.37">16475 13811 0,'0'-70'78,"0"-1"-63,0 53-15,0-34 32,0 87 61,0 18-77,35 35 0,-35-17-1,0-36 1,0 18-1,0-71 17,35-17-17</inkml:trace>
  <inkml:trace contextRef="#ctx0" brushRef="#br0" timeOffset="31934.8">16633 13705 0,'0'36'32,"18"-1"-17,17 36 1,1-19-1,-19-34 1,19-18 0,16 0-1,-16 0 1,-1-18 0,0-34 15,-35-1-16,0 17 1,0-17-16,-35 18 16,0 0-1,-1 17 1,1 18 0,0 0-1,-18 35 1,53 1-1,-35-1 1,35 18 0,0-18-1,0-17 1</inkml:trace>
  <inkml:trace contextRef="#ctx0" brushRef="#br0" timeOffset="32721.82">17780 13864 0,'0'-17'16,"0"-19"0,18 1 15,-18-18-16,35 18 1,-35 17 0,35-17 15,0 88 16,-17 17-32,-18-17 1,35 18 0,-35-36-16,0 18 31,36-71 31</inkml:trace>
  <inkml:trace contextRef="#ctx0" brushRef="#br0" timeOffset="33268.44">18186 13882 0,'17'-18'16,"19"-35"15,-36-17-31,35-36 31,-35 71 1,0-1-17,0 54 63,35 35-62,-17 35 0,-18 18-1,0 53 1,0-106 0,0-18 15,0-53 16,0 1-47</inkml:trace>
  <inkml:trace contextRef="#ctx0" brushRef="#br0" timeOffset="38183.29">19173 13794 0,'-35'0'31,"35"-53"31,0 0-46,0-18 0,0 18-1,18 53 79,-18 18-63,35 176 1,-35-106-17,18 18 1,-18-53-1,0-35 17,0-36 15</inkml:trace>
  <inkml:trace contextRef="#ctx0" brushRef="#br0" timeOffset="39099.54">19456 13705 0,'0'-35'31,"35"35"0,0 0-15,-17-35-1,17 35 17,-17 35-1,-18 18-15,0 35-1,0-35 1,0 18-1,-35-54 1,-1 19 0,1-1-1,17-35 1,-17 0 15,35-18-15,0 1-1,18 17 32,-1 0-15,19 0-17,-19 0 16,54 0-15,-54 35 0,19-35-1,-19 0 1,19 0 0,-1 0-1,-17 0 1,-18-18-1,35 18 17,-53 0 46,-35 18-63</inkml:trace>
  <inkml:trace contextRef="#ctx0" brushRef="#br0" timeOffset="40164.51">20532 13794 0,'0'-36'62,"0"-34"-46,0 52-16,0-35 16,0 18-1,0 70 63,17 53-62,-17-70 0,36 88-1,-36-18 1,0-70-1,0 17 1,35-35 15,-35-35-15</inkml:trace>
  <inkml:trace contextRef="#ctx0" brushRef="#br0" timeOffset="40936.15">20796 13635 0,'36'-35'31,"-1"35"-15,18 0 0,0 0-1,-36 0-15,-17 17 16,36 1-1,-36 35 1,-36 0 15,36-18-31,-35 0 16,-18-35 0,18 0-1,17 0 1,18-17 15,35-1 0,18 18-15,-17 18 0,17 35-1,-18-1 1,-35-16-1,0-1 1,-18-17 0,-17 17 15,0-35-15,-1 0-1,1 0 1,0 0 78</inkml:trace>
  <inkml:trace contextRef="#ctx0" brushRef="#br0" timeOffset="42528.68">22066 13935 0,'-17'0'31,"17"-106"16,0 53-31,0-35 15,0 52-15,0 72 77,0 17-77,0 123 15,0-88 0,35-88 1,-35-35-17</inkml:trace>
  <inkml:trace contextRef="#ctx0" brushRef="#br0" timeOffset="42912.45">22296 13705 0,'-18'0'47,"18"89"-16,0-72-31,18 19 32,52-19-1,-17-17-15,18 0-1,-19 0 1,-52-53 46</inkml:trace>
  <inkml:trace contextRef="#ctx0" brushRef="#br0" timeOffset="43162.29">22525 13600 0,'0'123'62,"0"-35"-46,0-35-16,0 18 15,0-36 1,0 0 0,0 1-1,35-36 1</inkml:trace>
  <inkml:trace contextRef="#ctx0" brushRef="#br0" timeOffset="43845.33">23460 13776 0,'0'-18'31,"0"-17"-16,0-18 1,0-35 0,0 53-1,0-1 17,0 107-1,0 35-16,0-18 1,0 0 0,0-35-16,0-18 15,0-17 1,35-18 31,18-53-32</inkml:trace>
  <inkml:trace contextRef="#ctx0" brushRef="#br0" timeOffset="44294.33">23760 13582 0,'-36'0'31,"36"70"16,53 1-16,35 17 1,-35-35-17,-53-35 1,0 17 15,0 0-15,-17-35-1,-89 0 1,71 0 0,-1-53-1,36 1 1</inkml:trace>
  <inkml:trace contextRef="#ctx0" brushRef="#br0" timeOffset="44544.41">23724 13635 0,'36'-35'16,"-1"35"0,106 0-1,-88 0 1,-35 0-1,17 0 1,-35-36 0,-18 36-1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18:13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17339 7338 0,'-18'0'16,"-17"17"15,-18 19 16,18-1-32</inkml:trace>
  <inkml:trace contextRef="#ctx0" brushRef="#br0" timeOffset="183.23">16951 7673 0,'-35'53'15,"35"-36"-15,-18 36 32,-17 0-17,35-17 1,-36 105 0,36-106-1,0 0 1</inkml:trace>
  <inkml:trace contextRef="#ctx0" brushRef="#br0" timeOffset="350.1">16739 8520 0,'0'35'15,"0"-70"-15,18 140 31,-18-69 1</inkml:trace>
  <inkml:trace contextRef="#ctx0" brushRef="#br0" timeOffset="534.04">16775 8978 0,'0'35'16,"35"1"0,-35-1-1,17 18 1,-17-35 0</inkml:trace>
  <inkml:trace contextRef="#ctx0" brushRef="#br0" timeOffset="668.81">16933 9454 0,'36'0'15,"-72"0"-15,72 53 16,-19-17 0,19 17-1,-36-18-15</inkml:trace>
  <inkml:trace contextRef="#ctx0" brushRef="#br0" timeOffset="833.78">17180 9807 0,'0'0'16,"0"18"-1,18-18 1,17 0-1,-17 0-15</inkml:trace>
  <inkml:trace contextRef="#ctx0" brushRef="#br0" timeOffset="966.45">17480 9913 0,'0'0'16,"53"0"-1,-18 0-15</inkml:trace>
  <inkml:trace contextRef="#ctx0" brushRef="#br0" timeOffset="1101.77">17833 9895 0,'0'0'16,"0"-35"-16,18 17 15,34 18 1,-16-35-16</inkml:trace>
  <inkml:trace contextRef="#ctx0" brushRef="#br0" timeOffset="1501.41">18503 9172 0,'18'-17'31,"-36"34"-31,106-105 32,-88 53-32,18-18 15</inkml:trace>
  <inkml:trace contextRef="#ctx0" brushRef="#br0" timeOffset="1649.46">18644 8696 0,'0'0'0,"0"-71"15,36 1 1,-36 17-16</inkml:trace>
  <inkml:trace contextRef="#ctx0" brushRef="#br0" timeOffset="1816.24">18680 8026 0,'0'0'0,"-18"-124"31,18 89-15,0 17-16</inkml:trace>
  <inkml:trace contextRef="#ctx0" brushRef="#br0" timeOffset="1949.13">18644 7638 0,'0'0'0,"-35"-89"16,35 37-1,0-1 1,0 17-16</inkml:trace>
  <inkml:trace contextRef="#ctx0" brushRef="#br0" timeOffset="2149.78">18521 7285 0,'0'0'16,"-35"-35"-16,17 17 31,-17-17-15,-1 35-1,19-36 1,-19 36 0,-16-35-1,-37 35 1,36 0 0</inkml:trace>
  <inkml:trace contextRef="#ctx0" brushRef="#br0" timeOffset="2382">17780 7161 0,'0'0'16,"-53"0"15,0 0-15,0 36-1,36-36 1,-36 35 0,-18 0-1,36-35-15</inkml:trace>
  <inkml:trace contextRef="#ctx0" brushRef="#br0" timeOffset="2482.41">17004 7567 0,'0'0'0,"-35"71"0</inkml:trace>
  <inkml:trace contextRef="#ctx0" brushRef="#br0" timeOffset="11301.34">8167 13088 0,'0'18'93,"0"-1"-77,0 89 15,0-18-15,35 1-1,-35 52 17,-18-36-17,18-16 1,-17-36 0,-18 35-1,35-53 1,0 0-1,0 1 1,0-1 0,0-17-1,0 17 1,0-18 15,0 19-15,0-1 31,17-35-16,-17 18-15,18-18-1,17 0 16,-17 0-15,17 0-16,18 0 16,-18-18-1,36 18 1,-18 0 0,-18-18-16,18 18 15,0 0 1,-18-35-1,-17 35 17,17 0-17,18-35-15,-35 35 16,87 0 0,-52 0-1,0 0 1,-18 0-16,-17 0 15,70 0 1,-70-35 0,35 35-1,17 0 1,-34 0-16,17-36 16,0 36-1,17 0 1,-35 0 15,1 0-31,69 0 31,-87 0-15,17 18 0,1-18-1,-19 0 1,19 35-1,16 0 1,1-35 0,-17 0-1,-1 0 1,-17 0 15,17 0-15,-35-17-1,35-18 32,-35 17-31,0-70 0,0 52-1,0 1 1,0-35-1,0 34-15,0 19 16,-17 17-16,17-89 16,-18 54-1,-17-35 1,-1 17 0,1-35-1,35 35 1,-35-18-1,35 18 1,0 0 15,-18 0-15,18 36 0,0-19-1,-35 36 1,35-35-1,-18 35 1,-17 0 0,-18 0-1,18 0 1,-1 0-16,-52 0 16,-18 18-1,18 17 1,-18 0-1,-35 1 1,53-36 15,-18 35-15,18-35 0,35 0-16,18 0 15,-18 0-15,0 35 16,-18-35-1,36 0 1,-18 0 0,0 0-1,-35 0 1,53 0 0,-36 0-1,36-17-15,0 17 16,17 0-16,-35 0 15,18 0 1,17 0 15,-17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19:49.80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28275 15293 0,'0'18'93,"-18"52"-77,-17-35-16</inkml:trace>
  <inkml:trace contextRef="#ctx0" brushRef="#br0" timeOffset="181.28">28205 15875 0,'0'71'16,"0"-142"-16,0 194 16,0-70-1,0-17 1,0-1-1,0 0-15</inkml:trace>
  <inkml:trace contextRef="#ctx0" brushRef="#br0" timeOffset="320.14">28205 16528 0,'0'0'0,"35"53"31,-35 35 1</inkml:trace>
  <inkml:trace contextRef="#ctx0" brushRef="#br0" timeOffset="480.58">28381 16933 0,'0'0'0,"18"0"16,87 0 0,-16 0-1,-1-17 1</inkml:trace>
  <inkml:trace contextRef="#ctx0" brushRef="#br0" timeOffset="649.3">28998 16933 0,'0'0'0,"36"0"16,69 36 0,37-36-1,-54 0 1,35 35 0,-17-35-1,0 0 1,-71 0-16</inkml:trace>
  <inkml:trace contextRef="#ctx0" brushRef="#br0" timeOffset="813.99">30233 17004 0,'53'0'15,"-35"0"-15,52 18 16,1-18 15,-18 0-31,-18 0 0</inkml:trace>
  <inkml:trace contextRef="#ctx0" brushRef="#br0" timeOffset="1031.07">31044 17022 0,'0'0'0,"89"0"15,-54 0 1,53 0 0,-53 0-16,36 0 15,-1-36 1,1 36 0,-18-35-1,-18 35 1</inkml:trace>
  <inkml:trace contextRef="#ctx0" brushRef="#br0" timeOffset="1197.54">31962 16880 0,'0'0'0,"17"0"16,36 0-1,0-35 1,-35 35-1,17-18 1,18 18 0</inkml:trace>
  <inkml:trace contextRef="#ctx0" brushRef="#br0" timeOffset="1397.49">32438 16775 0,'0'0'0,"53"-71"32,-18 71-32,-17-35 31,-18 17 0</inkml:trace>
  <inkml:trace contextRef="#ctx0" brushRef="#br0" timeOffset="1596.96">32614 16281 0,'0'0'16,"0"-18"-16,0-141 31,0 124-31,-53-106 31,18 88-15</inkml:trace>
  <inkml:trace contextRef="#ctx0" brushRef="#br0" timeOffset="1796.47">32438 15540 0,'0'0'16,"0"-35"0,0 17-1,0-35 1,-35 18-1</inkml:trace>
  <inkml:trace contextRef="#ctx0" brushRef="#br0" timeOffset="1996.93">32350 15363 0,'-36'0'78,"19"0"-63,-18 0 1,-18 0 0</inkml:trace>
  <inkml:trace contextRef="#ctx0" brushRef="#br0" timeOffset="2298.56">31291 15416 0,'0'0'0,"-88"0"16,0 0-1,17 0 1,19 0-1</inkml:trace>
  <inkml:trace contextRef="#ctx0" brushRef="#br0" timeOffset="2646.44">30709 15416 0,'-35'0'16,"-36"0"-1,19 0 1,-1 0-1,-36-17 1,1 17 0,53 0-16,17 0 15,-70-36 1,70 36 0,-17-35-1,-18 35 1,-17 0-1,17 0 17,-18 0-17,54 0 1,-36 0 0,17 0-16,-16 0 15,-1 0 1</inkml:trace>
  <inkml:trace contextRef="#ctx0" brushRef="#br0" timeOffset="2818.37">29192 15416 0,'-53'0'15,"106"0"-15,-229 36 31,0 17 1</inkml:trace>
  <inkml:trace contextRef="#ctx0" brushRef="#br0" timeOffset="21918.57">17286 10072 0,'0'35'109,"0"0"-93,-35-17-16</inkml:trace>
  <inkml:trace contextRef="#ctx0" brushRef="#br0" timeOffset="22086.04">17251 10319 0,'0'35'16,"0"0"-1,0 1 16,0 16-15,0-16 0,0-19-1</inkml:trace>
  <inkml:trace contextRef="#ctx0" brushRef="#br0" timeOffset="22236.24">17251 10724 0,'0'0'16,"0"53"-1,0-35-15,0 35 47,0-18-47</inkml:trace>
  <inkml:trace contextRef="#ctx0" brushRef="#br0" timeOffset="22351.69">17251 11165 0,'0'0'0,"0"53"16,0 0-1,0-17 1</inkml:trace>
  <inkml:trace contextRef="#ctx0" brushRef="#br0" timeOffset="22536.27">17286 11624 0,'0'71'31,"-18"-19"-15,18-16-1,0 17 1,0 0-16</inkml:trace>
  <inkml:trace contextRef="#ctx0" brushRef="#br0" timeOffset="22720.25">17321 12330 0,'0'0'0,"0"52"15,0-34 17,0 17-17</inkml:trace>
  <inkml:trace contextRef="#ctx0" brushRef="#br0" timeOffset="22918.5">17410 12682 0,'0'18'32,"70"17"-1,18-35-16</inkml:trace>
  <inkml:trace contextRef="#ctx0" brushRef="#br0" timeOffset="23084.91">17798 12788 0,'0'0'0,"105"35"31,37-35 0,-72 0-15,1 0-16</inkml:trace>
  <inkml:trace contextRef="#ctx0" brushRef="#br0" timeOffset="23268.37">18591 12806 0,'71'0'31,"-142"0"-31,301 0 32,-177 0-17,-18-18-15</inkml:trace>
  <inkml:trace contextRef="#ctx0" brushRef="#br0" timeOffset="23401.52">19121 12788 0,'105'35'31,"1"-35"-15,0 0-1,-88 0-15,52-17 16</inkml:trace>
  <inkml:trace contextRef="#ctx0" brushRef="#br0" timeOffset="23618.45">19950 12788 0,'70'35'31,"-140"-70"-31,246 70 16,-141-52 0,18 17-1,0 0 1,-18 0-16</inkml:trace>
  <inkml:trace contextRef="#ctx0" brushRef="#br0" timeOffset="23785.48">20708 12771 0,'0'0'0,"106"0"32,-36 0-17,-17 0 1,36 0 15,69 0-15,-87 0-1</inkml:trace>
  <inkml:trace contextRef="#ctx0" brushRef="#br0" timeOffset="24034.52">21678 12788 0,'35'0'16,"-70"0"-16,176 0 31,-105-17-31,52 17 16,-71 0 0,19 0-1,-1 0 1,18 0-16</inkml:trace>
  <inkml:trace contextRef="#ctx0" brushRef="#br0" timeOffset="24250.73">22172 12753 0,'35'-35'47,"-17"-1"-16,-18 19-15,35-19-1,-35 19 17</inkml:trace>
  <inkml:trace contextRef="#ctx0" brushRef="#br0" timeOffset="24468.15">22348 12647 0,'0'0'0,"36"0"16,-1 0 15,0 0-16,-35-18 17</inkml:trace>
  <inkml:trace contextRef="#ctx0" brushRef="#br0" timeOffset="24617.36">22437 12400 0,'0'0'0,"0"-35"15,0 0 1,-36-1 0</inkml:trace>
  <inkml:trace contextRef="#ctx0" brushRef="#br0" timeOffset="24785.08">22401 12118 0,'0'-35'16,"0"-1"0,0 19-1,0-36 1,-17 53-16</inkml:trace>
  <inkml:trace contextRef="#ctx0" brushRef="#br0" timeOffset="24950.34">22384 11783 0,'0'0'0,"0"-18"15,0-35 1,0-35-1,0 35 1,0 18 0</inkml:trace>
  <inkml:trace contextRef="#ctx0" brushRef="#br0" timeOffset="25100.3">22384 11412 0,'0'-17'31,"0"-19"-16,0 1 1,0 18 0,-36-72-1,36 36 1</inkml:trace>
  <inkml:trace contextRef="#ctx0" brushRef="#br0" timeOffset="25267.42">22296 10971 0,'0'0'0,"0"-35"16,0 17-16,0-17 15,0-18 1,-36 0 15,36 0-31</inkml:trace>
  <inkml:trace contextRef="#ctx0" brushRef="#br0" timeOffset="25367.19">22207 10548 0,'0'0'0,"0"-53"15,0-35 1,0 70-16</inkml:trace>
  <inkml:trace contextRef="#ctx0" brushRef="#br0" timeOffset="25750.22">22084 9948 0,'0'0'0,"-35"0"31,35-17-15,-18 17 15,18-36-15,-35 36-1,35-35 1,-36 35-1,19 0 1,-19 0 0,19 0-1,-18 0 1</inkml:trace>
  <inkml:trace contextRef="#ctx0" brushRef="#br0" timeOffset="25884.11">21696 9860 0,'0'0'0,"-53"0"16,35 0-1,-35 0 1,18 0 0,0 0-1</inkml:trace>
  <inkml:trace contextRef="#ctx0" brushRef="#br0" timeOffset="26133.62">20973 9913 0,'0'0'0,"-36"0"16,1 0 15,17 18-15,-17-18 0,18 0-16</inkml:trace>
  <inkml:trace contextRef="#ctx0" brushRef="#br0" timeOffset="26333.94">20585 9966 0,'0'0'0,"-36"35"16,1-35-16,-18 0 16,-17 0 15,17 0-16,0 0 1,35 0 0,-35 0-16</inkml:trace>
  <inkml:trace contextRef="#ctx0" brushRef="#br0" timeOffset="26483.35">20038 9984 0,'-71'0'15,"18"0"1,18 0 0,0 0-1,17-18 1</inkml:trace>
  <inkml:trace contextRef="#ctx0" brushRef="#br0" timeOffset="26650.33">19473 9966 0,'-53'0'15,"36"0"1,-19 0 15,-34-35-15</inkml:trace>
  <inkml:trace contextRef="#ctx0" brushRef="#br0" timeOffset="26849.37">18944 9895 0,'-35'0'15,"-53"-17"16,17 17-15,-17 0 0,0 0-1,17 0 1</inkml:trace>
  <inkml:trace contextRef="#ctx0" brushRef="#br0" timeOffset="27083.15">17974 9948 0,'0'0'16,"-18"0"15,-17 0-16,0 0 1,0 0 0,-1 0-16</inkml:trace>
  <inkml:trace contextRef="#ctx0" brushRef="#br1" timeOffset="33706.11">21078 11536 0</inkml:trace>
  <inkml:trace contextRef="#ctx0" brushRef="#br1" timeOffset="37073.6">21096 11501 0,'18'0'31,"17"0"16,-17 0-16,-18-36-15,35 36 15,0 0 16,-17 0-31,17 0 31,-17 0 15,17 0-15,0 0 0,-17 0-31,17 0 30,-17 0 1,17 0-15,0 0-1,-17 0 0,17 0 0,18 0 1,-17 0-1,-19 0 0,54-17 0,-54 17 1,19 0-1,-19 0 0,19 0-15,-1 0 62,-18 0-16,19 0 63,-19 0-47,19 0 47,-1 0 16,-17 0 0,17 0-79,-35 35-31,0-17 1,0 17-1,0 0-15,0-17-1,0 17 1,18-35-1,-18 71 1,0-36 0,0-18-1,0 19 1,0-1 0,0 0 15,0 1-16,0-19 1,35 19 0,-35-1 15,0 0-15,0 0-1,0-17 1,35 17 15,-35 1 0,0-19-15,0 18 0,0 1 15,0-19-16,0 19 32,0-19 0,0 19 16,0-1-32,-18-35 31,1 0-30,-54 17-1,18-17 0,0 0 0,18 0-15,17 0 0,-17 0-1,-35 0 17,34 0-17,36 36 1,-17-36-1,-19 0 1,1 0 15,18 0 16,-19 0-31,19 0 15,-19 0-15,1 35 15,17-35-15,-17 0-1,18 0 16,-19 18 1,1-18 15,17 0-32,18 35 1,-35-35-1,-18 0 1,35 35 15,-17-35-15,35-53 78</inkml:trace>
  <inkml:trace contextRef="#ctx0" brushRef="#br1" timeOffset="37809.8">21449 11959 0,'0'-17'109,"0"-19"-93,-18-52 15,18 53-15,0-1 15,0 107 94,0 0-110,0-36 1,0 18 0,0-18-16,0 0 15,36-17 1,-1-36 46</inkml:trace>
  <inkml:trace contextRef="#ctx0" brushRef="#br1" timeOffset="38857.44">21784 11659 0,'0'18'31,"-35"0"16,-18-18-31,35 35 15,-17-35-16,0 0 1,35 35 15,0-17 16,0 17 0,0-17-16,17-18 1,19 0-1,-19 0 0,18 0-15,-17 0-1,17 0 1,1 0 0,-19 0-1,19 0 1,-36 35-1,17-35 1,-17 35 0,0-17-1,0 17 17,0 0-17,-35-17 1,0 17-1,-1 1 17,19-36-17,-19 0 1,19 0 15</inkml:trace>
  <inkml:trace contextRef="#ctx0" brushRef="#br1" timeOffset="43257.43">21078 10460 0,'18'0'172,"17"0"-156,-17 0-1,17 0 1,-17 0-16,70 0 31,-53 0-15,18 0-1,-17 0 1,52 0 0,-35 0-1,-18 17 16,0-17-15,1 0 0,-19 0-1,18 0 1,-17 0 0,17 0-1,18 36 1,-17-36-1,-1 0 1,-35 35 0,17-35-1,19 0 1,-19 0 31,19 18-32,-1-18 17,-17 0 46,-18 35 0,0-17-62,0 17 15,0 0-16,0-17 17,0 17-17,0 18 1,0-18 0,0-17-1,0 17 1,35 18 15,-35-18-15,0-17 15,0 17-15,0-17 15,18 17-16,-18 0 1,0-17 0,0 17-1,0-17 1,0 17 15,35 1-15,-35-19-1,0 19 17,0 16-17,0-34 1,0 17 0,-18 1-1,18-1 32,0 0-16,0-52 16</inkml:trace>
  <inkml:trace contextRef="#ctx0" brushRef="#br2" timeOffset="48037.66">21484 11201 0,'-17'0'47,"17"-36"0,0-34-32,-36-36 17,36 71-17,-35-18 1,35 0 0,-35 18-1,35 88 79,0-1-78,17 142 15,19-52 0,-1-89 0,-35-18-15,0-53 31</inkml:trace>
  <inkml:trace contextRef="#ctx0" brushRef="#br2" timeOffset="49417.5">21855 10866 0,'-36'0'109,"1"0"-93,-36 17 15,1 1 0,35 17 0,-1-35 1,36 35-17,0-17 16,0 17 1,0-17-17,0 17 17,18-35 14,35 0-30,-18 0 15,0-17-15,18 17 0,-17 0-1,-19 0 1,19 0-1,-19 0 17,18 17-17,-35 18 1,0-17 0,0 17 15,0-17-16,-17 17 1,-1 1 15,-17-1-15,-18 0 0,35-35-1,-17 0 1,17 0-1,-17 0 1,0 0 0,17 0 77</inkml:trace>
  <inkml:trace contextRef="#ctx0" brushRef="#br3" timeOffset="87789.34">27199 9419 0,'0'-35'47,"35"0"-31,-35-1-1,36-17 1,-19 0 0,36 1-1,0 16 1,0 36-1,-35 0 1,17 0 0,-35 18-1,0 35 1,0 0 0,0-36-1,35-17 16,1 36-15,-1-36 0,35-18-1,1-17 1,-18-36 0,-18 36-16,53-36 15,1 18 1,-1-17-1,-35 17 1,0 35 0,-18 18-1</inkml:trace>
  <inkml:trace contextRef="#ctx0" brushRef="#br3" timeOffset="88375.35">28187 8714 0,'35'0'47,"36"0"-31,-18-18-1,-36 18 16,19 0 1,-36 53-17,0 0 1,-18 17 0,-17-17-1,17 18 1,-17-71-1,35-53 48,-36-18-47,19 36-1,17 0 16,-35 35-15</inkml:trace>
  <inkml:trace contextRef="#ctx0" brushRef="#br3" timeOffset="89348.65">28857 7937 0,'0'36'31,"0"-19"-15,18 36-1,17 71 1,-35-36-1,35 18 1,1-36 0,-36-34-1,0 17-15,0-89 94,0-17-78,0 18-16,0 17 15,0-52 1,17 35 0,19-1-1,17 1 1,-36 35-1,18 0 1,1 18 0,-19-1-1,19 36 1,-19 0 0,-17 18-1,36-71 1,-36 35 15,0-53 0,0-17-31</inkml:trace>
  <inkml:trace contextRef="#ctx0" brushRef="#br3" timeOffset="89914.41">29369 8255 0,'35'0'15,"-35"-35"1,71 35 0,-36-36-16,-18 19 15,36-18 1,-17 35 0,-36-18-1,0-17 1,-18 35 15,-17-36-15,-1 36-1,-16 18 1,-1-18-16,35 18 16,18 17-1,-35 35 1,35 19 15,0-36-15,88-18-1,-35-35 1,0 0 0,17-18-1,1-70 1</inkml:trace>
  <inkml:trace contextRef="#ctx0" brushRef="#br3" timeOffset="90613.66">30057 7973 0,'-89'-36'31,"178"72"-31,-266-89 32,160 53-17,-19 35 1,1 18 0,35-35-16,0 35 15,0 17 1,18-35 15,35 1-15,35-36-1,-35-18 1,-18-35 0,-35 0-1,0-17 1,0 34 15,18 54 16,52 35-16,-35-53-15,18 35-1,-17-35 17,-19-17-17,-17-1 1,36-35-16</inkml:trace>
  <inkml:trace contextRef="#ctx0" brushRef="#br3" timeOffset="91064.12">30268 7567 0,'0'18'46,"36"88"-30,-1-36 15,0 36-15,18-71-16,-53 36 16,106 140-1,-71-105 1,-35-35-1,35-18 1,-17-53 47,-36-71-32,-17 18-16,35 18-15,-35-18 16</inkml:trace>
  <inkml:trace contextRef="#ctx0" brushRef="#br3" timeOffset="91539.46">30251 7726 0,'0'0'15,"-36"-18"1,72-17 15,17 0-15,-18 17 0,18 18-1,-18 0 1,18 0-1,0 0 17,-35 0-17,17 35 1,-35 1 0,0 34-1,0-17 1,-18-35-1,-17-18 1,35 35 0,-35-35-1,35 18-15,-18-18 16</inkml:trace>
  <inkml:trace contextRef="#ctx0" brushRef="#br3" timeOffset="93145.24">28487 9948 0,'17'-35'78,"54"0"-46,-18 17-17,17-17 16,1 0-31,-36 35 16,-35-18 15,18 18-15</inkml:trace>
  <inkml:trace contextRef="#ctx0" brushRef="#br3" timeOffset="93578.59">28716 9701 0,'0'-17'16,"53"17"31,0-36-32,-35 36 1,17 0 0,-35 18 15,0 0-16,0 35-15,-18 0 16,18-18 0,-35 0-1,53-35 63,-18-18-62</inkml:trace>
  <inkml:trace contextRef="#ctx0" brushRef="#br3" timeOffset="94162.7">29245 9155 0,'-88'0'31,"88"105"0,0-69-15,0 17-1,0 35 1,18 18 0,70 70-1,-53-35 1,53 0 0,-35 0-1,0-35 1,-53-53-16,0 18 31,0 34 0,-35-105-15,-53 0 0,35-52-1,18-37 1,-1 36-16</inkml:trace>
  <inkml:trace contextRef="#ctx0" brushRef="#br3" timeOffset="94561.48">29316 9860 0,'0'0'0,"35"-106"31,53 53-15,-17-35 31,-36 88 31,0 35-62,-17 18-1,-18 0 1,35-53-16,-35 18 16,0-36 30,-35-52-30</inkml:trace>
  <inkml:trace contextRef="#ctx0" brushRef="#br3" timeOffset="94711.32">29457 9366 0,'0'0'0,"0"-35"16,0 17-1</inkml:trace>
  <inkml:trace contextRef="#ctx0" brushRef="#br3" timeOffset="95078.95">29527 8978 0,'0'0'0,"36"18"31,-1 17-16,18 71 1,53 35 0,-36-17-1,1-1 1,-36-52 0,0-36-1,1-35 1,-36-18 15,0-35-15</inkml:trace>
  <inkml:trace contextRef="#ctx0" brushRef="#br3" timeOffset="95577.58">30233 9384 0,'0'0'0,"0"-18"31,-35-17 0,-71 35 0,71 0-31,35 35 16,-36 18 0,36-18-1,0 36 1,71-71-1,-18 0 1,-18-18 0,0-17-16,1 35 15,-1 0 1,-17 0 0,35 0-1,-36 0 1,18 0-1,1-35 1,-36-18 0</inkml:trace>
  <inkml:trace contextRef="#ctx0" brushRef="#br3" timeOffset="96560.71">30797 8890 0,'0'0'0,"0"35"78,53 18-62,-35 0-1,70 53 1,36 53-1,-36 35 1,0-53 0,-53 0-1,1-123 1,-36 17 0,35-35 15,-35-35-16,-18-36 1</inkml:trace>
  <inkml:trace contextRef="#ctx0" brushRef="#br3" timeOffset="98592.51">30903 9119 0,'0'0'15,"0"-53"1,0 36 0,36-19-1,-1 36 1,-35-17-1,35 17 1,18 0 0,-18 0-1,-17 53 17,-18-18-17,0 0 1,0 36-1,0-124 95,18 0-95,17 18-15,0-18 16,-35 18 0,0-1-1,0 19 17,-17 17-17,34 0 48,18-36-48,1 36 1,-1 0 0,0 36 30,-35-1-30,36 0 0,-19 0-1,36-35 1,-18 0 0,1-35-1,-36-18 1,17 0-1,-17 0 1,0 36 0,0 70 77,36-18-77,-1-35-16,0 18 31,18-36 1,-18-35-17,-35 18 1,0 17 15,36 18 32,-19 35-48,36-35 1,-18 0-1,-17 0 1,-18-35 0,35 0-1,-35 0 17,-53 17-17,1 18 1,16 0-1,-17 0 1,36 35 0,17 1-1,0-19 1,17-17 0,72 0-1,-54-53 1,0 0-1,-35 36 1,0-36 0,0 35 15,0-17 0,18 35 0,70 0-15,-35 0 0,-18 0-1,0 0 1,1 35 15,-1 18-15,-17-53-1,17 0 1,0 0 0,0-35-1,-17-36 1,-18 18 15,0 18-15,0-18-1,0 35-15,0 89 79,35-18-64,89-18 16,-54-52 1,-70-19-32,0 19 0</inkml:trace>
  <inkml:trace contextRef="#ctx0" brushRef="#br3" timeOffset="99292.53">32861 8237 0,'-17'0'15,"-54"0"17,53 0-17,-35 18 1,1 17-1,16 18 1,36 35 0,0-35-1,18-53 1,35 36 0,-36-36-1,19-18-15,-1-35 16,-35 0-1,0 35 1,0-105 0,-18 52-1,-17-17 17,-18-18-17,36 71 1,17 0-1,0 52 32,17 36-31,1-17 0,-18 17-1,35 0 1,0-18-16</inkml:trace>
  <inkml:trace contextRef="#ctx0" brushRef="#br3" timeOffset="99658.85">33055 8202 0,'-35'-18'31,"0"18"-15,-1 0-1,19 0 1,17 53-1,0 0 1,0-17 0,88-36-1,-53 0 1,1 0 0,-1-18-1,-18-35 1</inkml:trace>
  <inkml:trace contextRef="#ctx0" brushRef="#br3" timeOffset="100159.17">33320 8114 0,'0'0'16,"0"-18"0,-53 18-1,0 0 1,18 0 15,-1 0-15,36 53-1,0 0 1,0-18 0,36 1-1,-1-36 1,53-71 0,-88 18-1,0-35 1,0-36-1,-17 1 1,-36 17-16,17-35 16,36 88-1,-35 53 1,35 35 31,0 89-47</inkml:trace>
  <inkml:trace contextRef="#ctx0" brushRef="#br3" timeOffset="100591.44">33461 7990 0,'35'-17'31,"1"-19"-15,-1 19 0,-35-36 15,0 18-16,-18 35 1,-35 0 15,53 70-15,-35-17 0,35 18-1,18-36-15,35 0 16,17-35-1,-52 0 1,17-17 0,-35-19-1</inkml:trace>
  <inkml:trace contextRef="#ctx0" brushRef="#br3" timeOffset="101393">32156 8149 0,'17'-35'62</inkml:trace>
  <inkml:trace contextRef="#ctx0" brushRef="#br3" timeOffset="101897.22">31468 8431 0,'17'0'31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19:23:25.342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14252 2399 0,'-17'18'16,"17"17"15,0 18 0,-36 70 1,36-17-1,0-53-16,0 0 1,0 0 0,0 17-1,0-17 1,0-35-16,0 17 16,0 0-16,0 18 15,0-35 1,0 35-1,0-18 1,0-17 15,18 17 1,0-35-17,17 0 1,18 35-1,0-35 1,53 0 0,-54 0-1,37 0 1,-36 0 0,-1 0-1,1 0 1,0 0-1,-17 0-15,16 0 16,1 0 15,18 0-15,-18 0 0,-35 0-16,52 0 15,-17 0 1,0 0-1,0 0 1,0 0 0,35 0-1,-35 0 1,-18 0 0,18 0-1,35-17 1,-35 17-1,-18 0 1,36 0 15,-18 0-15,-35 0-16,52 0 16,-17 0-1,0 0 1,-18 0-1,0 0-15,18 0 16,0 0 0,-35 0-1,35 0 1,0 0 0,0 0-1,-36 0 1,19 0 15,-1 0 0,-17 0 1,-18-36 14,0 19-30,0-18 0,0-1-1,0-17 1,0-35 0,0 35-1,35 18 1,-35 0-1,0-71 1,0 88 0,0-35 15,0 0-15,0-35-1,0 53 1,0 17-1,35-17 1,-35 0 0,0 17-1,0-35 1,0 36 0,0-19-1,0 1-15,0-18 31,0 35 1,0-17-1,0 0 0,-18 35 0,-17 0 1,18 0-17,-19 0 1,-17 17 0,-35-17-1,35 0 1,0 36-1,0-36 1,18 0-16,17 0 16,-70 0 15,18 17-15,-1-17-1,18 0 1,18 0-1,-18 0 1,0 0 0,-17 0-1,17 0 1,0 0-16,-18 0 16,18 0-1,-17 0 1,34 0-1,-16 0 1,-1 0 0,-18 0 15,18 0-15,18 0-16,17 0 15,-123 0 1,35 0-1,53 0 1,0 0 0,1 0-1,-1 0 1,-18 0 0,36 0-1,0 0 1,-36 0-16,0 0 15,18 0 1,1 0 0,16 0 15,-34 0-15,34 0 15,36 36 94,-17-36-110</inkml:trace>
  <inkml:trace contextRef="#ctx0" brushRef="#br0" timeOffset="1358.33">14764 2364 0,'0'17'125,"0"1"-110,0 123 16,0 0 1,0-35-1,0-53-15,0 0-1,0 0 1,0 35-1,0-70 1,35 17 0,-35-18-1,0 19 1,0 17 0,0-36-1,0 19 1,0-19-1,35-105 79</inkml:trace>
  <inkml:trace contextRef="#ctx0" brushRef="#br0" timeOffset="2159.8">15663 2328 0,'0'18'47,"36"35"-16,-36-18-15,0 36 0,0 52-1,35-35 1,-35 18 0,0-18-1,0 1 1,0-36-16,0-1 15,0 1 1,0-17 0,35 34 15,-52-87 63</inkml:trace>
  <inkml:trace contextRef="#ctx0" brushRef="#br0" timeOffset="3058.62">15028 2928 0,'0'35'0,"0"-17"32,0 17-17,0 18 1,0-18 0,0 54-1,0-72 1,0-87 46</inkml:trace>
  <inkml:trace contextRef="#ctx0" brushRef="#br0" timeOffset="3284.59">15064 2805 0</inkml:trace>
  <inkml:trace contextRef="#ctx0" brushRef="#br0" timeOffset="3958.4">15152 3104 0,'0'18'16,"0"-36"-16,0 71 15,0-17 17,35-36 61,-35-18-77,0-35 0,0-35-1,18 35 1,-18 35 0,35 18-1,-35-35 1,35 35-1,-17 0 17,-18 18-17,35 17 1,-35 18 0,35 0 15,-35 0-16,0-18 1,0-17 0,18-71 31</inkml:trace>
  <inkml:trace contextRef="#ctx0" brushRef="#br0" timeOffset="4540.14">15593 2540 0,'-18'-35'32,"-17"35"-17,0 0 1,17 0-1,18 17 1,-35 19 0,35-19-1,0 36 1,0 53 15,17-53-15,-17 17-1,0-17 1,36 0 0,-36-17-16,0 17 15,0-18 1,0 0 0,0 0-1,0-52 32</inkml:trace>
  <inkml:trace contextRef="#ctx0" brushRef="#br0" timeOffset="4789.88">15434 2875 0,'35'0'31,"71"0"-15,-71 0-1</inkml:trace>
  <inkml:trace contextRef="#ctx0" brushRef="#br0" timeOffset="7788.93">14393 3052 0,'-17'0'109,"-19"0"-93,36 17 0,-17-17-1,-19 35 1,1-17 0,18 53-1,-19-18 1,-17-18-16,0 71 15,-17-36 1,-1 36 0,-34 18-1,-90 52 1,90-70 0,16 0-1,19-54 1,35 19 15,-36 17-15,36-88-1,35 18 1,35-71 62,-17 53-78</inkml:trace>
  <inkml:trace contextRef="#ctx0" brushRef="#br0" timeOffset="8310.26">13370 4092 0,'-17'0'31,"-1"18"0,-53 52 1,36-34-17,35 17 1,0-36-1,18-17 48,70-35-32,0 0 0,-88-1-15,0 1 31,-70 35-31,34 0-1,1 0 1,35-18-1,18-17 32</inkml:trace>
  <inkml:trace contextRef="#ctx0" brushRef="#br0" timeOffset="9672.28">12206 3881 0,'0'-18'63,"35"18"-48,-17-71 16,17 18 1,-35 18-17,-17 18 1,-1 17 0,-17 0-1,17 0 1,18 52 15,0 1-15,0 36-1,0-72 1,35 36 0,18-18-1,-35-35 1,17 0-1,-17 0 17,70-88-17</inkml:trace>
  <inkml:trace contextRef="#ctx0" brushRef="#br0" timeOffset="10205.12">12594 3634 0,'0'0'16,"-53"0"0,18 0 30,17 0-14,18 17-17,0 1 1,0 17 15,36 18-15,34-18-1,-35-35 1,18 36 0,-35-36-1,-18 17 32,-123-17-31,70 0-1,53 36 17,53-36 15</inkml:trace>
  <inkml:trace contextRef="#ctx0" brushRef="#br0" timeOffset="10836.77">12929 3775 0,'0'-36'31,"0"-16"0,0 34-15,-35 18-1,35-35-15,-35 35 16,17 0 0,-17 0-1,17 0 1,-17 17-1,35 1 1,0 35 0,0-18-1,18-17 1,17-18-16,71 0 31,-89-18-15,-17-17-1,36 52 48,-1 54-47,0 0-1,0 34 1,-35-69-16,36 69 15,-36-52 1,0-17 0,17-36-1</inkml:trace>
  <inkml:trace contextRef="#ctx0" brushRef="#br0" timeOffset="11136.66">13017 3916 0,'0'-35'31,"0"17"-16,18-17 1,17 35-16,1-36 16,-1 36-16,0-17 15,1-19 1,-1 36 0,-53 0 30</inkml:trace>
  <inkml:trace contextRef="#ctx0" brushRef="#br0" timeOffset="12905.55">16228 2963 0,'35'0'47,"0"0"0,-17 0-31,17 36-1,1-1 1,-36-17-16,88 34 16,-35-16-1,17 17 1,-17-18-1,53 71 1,-53-71 15,17 18-15,-17-18 0,-17 18-16,-19-53 15,71 106 1,-35-53-1,0-18 1,0-17 0,0 17-1,-18 0 1,18 1 0,0-1-1,0 0 1,0 18-16,88 159 15,-88-177 1,-35 0 15,17 1-15,0-19 0,-35 19 46,36-36-31,-36-36 47,0 1-62</inkml:trace>
  <inkml:trace contextRef="#ctx0" brushRef="#br0" timeOffset="13318.91">17833 4198 0,'0'18'62,"18"-1"-46,-1-17 0,18 36-1,-35-19 1,0 19 15,-35-1 16,-18-35-16,18 0 1,35-18 30,18 18-46,-18-35-1</inkml:trace>
  <inkml:trace contextRef="#ctx0" brushRef="#br0" timeOffset="14068.54">18150 3669 0,'0'0'0,"-53"0"15,18 0 1,-18 0 0,0 0-1,36 35 1,-19 18 15,36 0 0,18 0-15,0-35 0,35 17-1,17-35 1,-17-18-1,-35-52 1,-18 17 0,0-88-1,-18 52 1</inkml:trace>
  <inkml:trace contextRef="#ctx0" brushRef="#br0" timeOffset="14368.15">17992 3157 0,'0'0'0,"17"36"47,-17 17-32,36 70 1,-1-17-1,0 35 1,-17-18 0,17-87-1,-35-19 1,35-17 15</inkml:trace>
  <inkml:trace contextRef="#ctx0" brushRef="#br0" timeOffset="14639.96">18397 3687 0,'36'70'16,"-36"-35"0,35 18-1,-35-17 17,0-107 30</inkml:trace>
  <inkml:trace contextRef="#ctx0" brushRef="#br0" timeOffset="14811.13">18415 3528 0</inkml:trace>
  <inkml:trace contextRef="#ctx0" brushRef="#br0" timeOffset="15250.8">18662 3739 0,'0'0'0,"35"71"16,-35-18-1,0-71 48,0-35-47,-17 36-1,17-89 1,0 71-1,17-1 1,36 1 31,18 35-31,-36 0-1,-35 18 1,0-1-16</inkml:trace>
  <inkml:trace contextRef="#ctx0" brushRef="#br0" timeOffset="20067.97">11924 4762 0,'0'18'125,"0"17"-109,0-17 0,0 70-1,0-17 1,0 17-1,0-35-15,0-18 16,0 89 0,0-54-1,0-52 1,0 17 15,18 18-15,-18-18 15,17-35-15,18 0-1,18 0 1,18 0 0,-36 0-1,0 0 1,71 0-1,-88 0 1,52 0 0,-34 0-1,34 0 1,-34 0-16,17 0 31,-36 0-15,36 0-1,35 0 1,0 0 0,-35 0-1,-17-17 1,17 17 0,-1 0-1,-16 0 1,17 0-1,-18 0 1,-17 0 0,35 0-1,-18 0 1,0 0 0,-17 0 15,35 0-16,-36 0 1,19 0 0,-1 0-1,-18 0 1,36 0 0,-17 0-1,-1 0 1,-17 0-1,17 0 1,-18 0 0,19 0-1,-1 0 17,-17 0-1,17 0 31,-35-18-46,0-17 0,0-1-1,0 19 1,35-18-1,-35-1 1,0 1 15,0 0-15,0-18-16,0 18 16,0-36 15,0 18-16,0 35 1,0-87 0,0 69-1,0-17 1,0 36 0,0-36-1,-17-35 1,17 52-1,0-17 1,0 18 15,-36 35 16,19 0 0,-54 0-16,-17 0 1,35 18-17,18-18 1,-18 0-1,0 35 1,18-35 0,-18 35-1,0-35 1,18 0 0,-71 18 15,53-18-16,17 0 1,-16 0 0,-1 0-1,17 0 1,-17 0 0,18 0-1,0 0 1,-71 0-1,71 0 1,0 0 0,-1 0-1,-52 35 1,17-35 0,19 0 15,16 0-16,1 0 1,0 0 0,-1 0-1,1 0 1,0 0 15,-18 0-15,35 0 15,18 36-15</inkml:trace>
  <inkml:trace contextRef="#ctx0" brushRef="#br0" timeOffset="20881.13">12400 4674 0,'0'18'79,"0"35"-48,0-18-16,0 18 1,18 35 0,-18-17-1,35 70 1,-35-53 0,0-17 15,0-18-16,18-18 1,-18 0 0,35-70 62,0 17-78</inkml:trace>
  <inkml:trace contextRef="#ctx0" brushRef="#br0" timeOffset="21381.37">13106 4586 0,'0'35'93,"0"54"-77,70 69 15,-52 72 0,-18-125-15,35-16 0,-35-54-16,0-17 15,0 34 1,0-16 0,0-72 30</inkml:trace>
  <inkml:trace contextRef="#ctx0" brushRef="#br0" timeOffset="22013.61">12629 5080 0,'0'18'46,"0"52"-30,0-17 0,0-35-1,18 17 1,-18-53 46</inkml:trace>
  <inkml:trace contextRef="#ctx0" brushRef="#br0" timeOffset="22180.27">12629 4957 0,'18'0'47,"17"0"-32</inkml:trace>
  <inkml:trace contextRef="#ctx0" brushRef="#br0" timeOffset="22647.47">12771 5080 0,'0'88'31,"0"-176"-31,17 264 16,18-140 15,-52-54 31,17-70-30,17 35-1,19 53 0,-19 0 0,19 53-15,-19 0 0,-17-18-1,0 0 1,36-35 15</inkml:trace>
  <inkml:trace contextRef="#ctx0" brushRef="#br0" timeOffset="23113.22">13053 4851 0,'0'-36'15,"-36"36"48,36 18-48,0 17-15,0 18 32,0 35-17,18-17 1,53 35 15,-54-36-15,-17-34-1,0-1 1</inkml:trace>
  <inkml:trace contextRef="#ctx0" brushRef="#br0" timeOffset="23346.28">13035 5133 0,'0'-18'31,"53"18"-15,0-35-1,-35 35 1</inkml:trace>
  <inkml:trace contextRef="#ctx0" brushRef="#br0" timeOffset="24312.85">12259 5239 0,'-18'17'46,"-17"19"-14,0 34-17,0-35 1,-36 36 0,36-36-16,-71 89 15,0 35 1,-35-18-1,-18 17 1,71-69-16,-71 69 16,53 1-1,1-35 1,69-89 0,1-18-1,35-52 48,18-18-48</inkml:trace>
  <inkml:trace contextRef="#ctx0" brushRef="#br0" timeOffset="24795.42">11060 6473 0,'0'18'31,"0"0"-15,0 17 0,-36 18-1,1-35 1,35 17 15,0 0 0,18-70 1,17 0-17,0-1 1,-17 19-1,-18-19 79,-35 36-78,-1-35 15,36 17-15</inkml:trace>
  <inkml:trace contextRef="#ctx0" brushRef="#br0" timeOffset="25511.99">10742 5874 0,'35'0'47,"-35"-18"-32,36 0 1,-36-17 0,-18 0 15,0 35-16,-17 0 1,35 35 0,0 0-1,0 36 1,35-36 0,18-35-1,-35 0 1,35 0-1</inkml:trace>
  <inkml:trace contextRef="#ctx0" brushRef="#br0" timeOffset="25912.43">11077 5662 0,'0'0'0,"-17"0"16,17 18 15,0-1-15,35 72 15,0-72-16,-35 18 17,0 1-1,-35-36 16,35-18-16</inkml:trace>
  <inkml:trace contextRef="#ctx0" brushRef="#br0" timeOffset="26344.81">11465 5680 0,'0'-36'16,"-17"36"0,17-17-1,-53 17 1,0 0-1,35 0 1,-17 0 15,35 35-15,18-17 0,17 17-1,71 0 1,-53 36-1,-36-18 1,18-18 15,-35 0-15,36 18 0,-36-18-16</inkml:trace>
  <inkml:trace contextRef="#ctx0" brushRef="#br0" timeOffset="27672.99">13635 5133 0,'17'0'31,"1"0"-15,17 0 15,1 35-15,-36 0-16,17 18 16,36 0-1,0 18 1,0 17-1,88 53 1,-88-35 0,18-18-1,-1-17 1,-52-36-16,-18-17 16,53 17-16,-18 35 15,18-17 1,0-17-1,-18 17 1,18 0 15,-18 17-15,-35-52 0</inkml:trace>
  <inkml:trace contextRef="#ctx0" brushRef="#br0" timeOffset="28294.25">14570 6279 0,'0'18'109,"0"0"-78,0 17-15,17-17-1,19 17 1,-19-35 47,-17-88-1,0 70-46,0-17 15,-35 35-15,0 0-1,35 17 1,0 1-1</inkml:trace>
  <inkml:trace contextRef="#ctx0" brushRef="#br0" timeOffset="29310.62">14693 5750 0,'-17'0'16,"-19"0"-1,1-35 1,-18 35-1,0 0 1,0 18 0,18 17-1,35-17 1,0 34 0,53 1-1,0-53 1,-18 0-1,0 0 1,1-88 0,-36 0 15,0 0-15,-18-18-1,-17 35 1,35 18-1,0 124 48,17-53-47,19 140-1,-36-87 1,17-18-1,-17-18 1,36-35 0,-1-17-1</inkml:trace>
  <inkml:trace contextRef="#ctx0" brushRef="#br0" timeOffset="29547.26">14852 5715 0,'35'123'32,"0"-52"-1,-35-106 31</inkml:trace>
  <inkml:trace contextRef="#ctx0" brushRef="#br0" timeOffset="29743.14">14905 5574 0,'35'0'47</inkml:trace>
  <inkml:trace contextRef="#ctx0" brushRef="#br0" timeOffset="30092.43">15064 5856 0,'0'0'0,"0"-18"63,0-17-48,0-18 1,0 0 0,0 36-1,0-19 1,35 36-1,-17 0 1,17 0 0,18 18 15,-36 17-15</inkml:trace>
  <inkml:trace contextRef="#ctx0" brushRef="#br1" timeOffset="43301.86">14199 4392 0,'-17'0'16,"-19"0"15,19 0 0,-19 0-15</inkml:trace>
  <inkml:trace contextRef="#ctx0" brushRef="#br1" timeOffset="43485.39">13829 4374 0,'-35'0'32,"70"0"-32,-106 0 31,18 0 0</inkml:trace>
  <inkml:trace contextRef="#ctx0" brushRef="#br1" timeOffset="43668.41">13406 4339 0,'0'0'0,"-71"0"32,53 0-17,-87 0 32,34 0-31</inkml:trace>
  <inkml:trace contextRef="#ctx0" brushRef="#br1" timeOffset="43851.37">12788 4304 0,'0'0'31,"-35"0"-31,0-18 16,17 18-1,-35 0 1,0 0 0,-17 0-1</inkml:trace>
  <inkml:trace contextRef="#ctx0" brushRef="#br1" timeOffset="44018.06">12294 4251 0,'-106'0'31,"212"0"-31,-264 0 16,105 0-1,-18 0 1,53 0-16,-17 0 15,18 0-15</inkml:trace>
  <inkml:trace contextRef="#ctx0" brushRef="#br1" timeOffset="44269.61">11289 4392 0,'-35'35'32,"70"-70"-32,-123 70 15,88-17-15,-71 17 16,18-35-1,53 36-15</inkml:trace>
  <inkml:trace contextRef="#ctx0" brushRef="#br1" timeOffset="44451.13">10813 4621 0,'-89'53'31,"178"-106"-31,-283 212 31,158-106-31,-17 35 31,-35-17-15</inkml:trace>
  <inkml:trace contextRef="#ctx0" brushRef="#br1" timeOffset="44686.63">10213 5627 0,'0'106'31,"0"-212"-31,0 353 31,0-212-31,18 71 31,-1-71-31</inkml:trace>
  <inkml:trace contextRef="#ctx0" brushRef="#br1" timeOffset="44850.91">10319 6315 0,'35'53'31,"-70"-106"-31,123 194 16,-53-71-1,0 19 1,-17-54 0,17 35-1</inkml:trace>
  <inkml:trace contextRef="#ctx0" brushRef="#br1" timeOffset="45017.49">10672 7020 0,'35'71'32,"-70"-142"-32,105 177 15,-35-106-15,18 53 16,0-18-1,0-17 1</inkml:trace>
  <inkml:trace contextRef="#ctx0" brushRef="#br1" timeOffset="45233.88">11448 7532 0,'0'0'0,"105"0"16,107 35 31,0-35-32,-159 0-15</inkml:trace>
  <inkml:trace contextRef="#ctx0" brushRef="#br1" timeOffset="45400.42">12612 7567 0,'0'0'15,"194"0"1,-159 0 0,18 0-16,0 0 15,-18 0-15,89 0 16,-36-18-1,-18 18 1</inkml:trace>
  <inkml:trace contextRef="#ctx0" brushRef="#br1" timeOffset="45800.29">13847 7549 0,'0'0'0,"35"0"16,35-52-1,-17 34 1,71-17 0,-71-1-1,17 36 1,-35 0-1,1-35 1,-1 35 0,53 0-1,-35-18 17,0 18-17,18-35 1,17 0-1,-18 0 1,-52-1 0,35 19-1</inkml:trace>
  <inkml:trace contextRef="#ctx0" brushRef="#br1" timeOffset="45983.77">15152 7038 0,'35'0'16,"-35"-53"-16,18 35 16,17-17-1,-17 17 17,17 18-32,-35-35 15,35 0-15</inkml:trace>
  <inkml:trace contextRef="#ctx0" brushRef="#br1" timeOffset="46150.32">15416 6720 0,'0'0'0,"71"-70"32,-53-36-1,34 71-16,-16-1 1</inkml:trace>
  <inkml:trace contextRef="#ctx0" brushRef="#br1" timeOffset="46335.06">15646 6174 0,'35'-53'32,"-35"0"-17,0 17 1,0-69 0</inkml:trace>
  <inkml:trace contextRef="#ctx0" brushRef="#br1" timeOffset="46499.84">15663 5786 0,'0'0'0,"0"-36"16,0 19-1,-35-36 17,35-35-17,-35-1 1,17 72-16</inkml:trace>
  <inkml:trace contextRef="#ctx0" brushRef="#br1" timeOffset="46699.91">15381 5115 0,'0'0'0,"-18"-35"16,18 17-16,-35-17 16,35-18-1,-17 36 1</inkml:trace>
  <inkml:trace contextRef="#ctx0" brushRef="#br1" timeOffset="46933.87">15011 4762 0,'-36'0'16,"72"0"-16,-125-52 31,54 16-15,18 36-1,-19-35 1,1 35 0,17-18-1</inkml:trace>
  <inkml:trace contextRef="#ctx0" brushRef="#br1" timeOffset="47133.24">14429 4463 0,'0'0'0,"-106"0"32,53-36-17,0 36 1,0 0-1</inkml:trace>
  <inkml:trace contextRef="#ctx0" brushRef="#br2" timeOffset="55895.06">16404 2117 0,'-17'0'31,"17"-18"94,52 18-109,-52-35-16,142-106 31,-107 105-15,35-17-1,36-17 1,0-18 0,70-53-1,-87 35 1,16 18-1,1 17 1,-18-17 0,-52 35-1,-1 0 1,18 35 0,-18-35-1,1 53-15,-1-53 16,0 36 15,-35-18 0,-18 52 32,-52 71-48,17-52-15</inkml:trace>
  <inkml:trace contextRef="#ctx0" brushRef="#br2" timeOffset="57013.18">16475 1887 0,'0'36'78,"-36"52"-47,-34-18-15,52 1 15,18-36 0,36-52 32,69-54-32,-34 71 0,-71-18-15,53 18-1,-18 0 17,-35-35 30,-18 17-46,-17-17 15,0 0-15,17 35-1,-17-35 1,17 35 15</inkml:trace>
  <inkml:trace contextRef="#ctx0" brushRef="#br2" timeOffset="57860.43">17657 1587 0,'0'36'16,"0"-1"-1,0 18-15,17 0 16,-17-35 0,35 17 15,-35-53 16,-17-17-32,-18-36 1,35 18 0,0 0-1,0 18 1,17 18 0,18 17-1,18-36 1,18 36-1,-53 0-15,17 0 16,0 0 15,0 0-15,-35 18 15</inkml:trace>
  <inkml:trace contextRef="#ctx0" brushRef="#br2" timeOffset="59493.44">18274 1605 0,'-18'-35'47,"1"35"-31,17-35-1,-36 35 1,-17 0-1,-17 17 1,70 18 0,-35-17-1,35 53 1,0-18 0,17-36-1,71-17 1,-35 0-1,-17 0 1,-19 0 15,-17-106-15,36 71 0,-36 17-1,0 54 48,35-1-48,-35 18 1,70-18 0,-34-35-1,-19 0 1,19-17-1,-1-36 17,-35-106-1,0 141-15,0 54 93,35-1-93,18 35 15,-35-34 0,17-72 0,0-52 1,-17 53-17,-18 0 1,35 35-1,0-18 1,18-17 0,-17 35-1,-19 0 1,-17 88 15,0-53-15,0 0-1,88 1 110,-17 17-109,17 17 0,18 1-1,-35-1 1,-54 71 0,-17-70-1,-53 35 1,-17-53-1,-71 17 1,0-34 0,17-36 15,36 0-15,53-36-1,-1 1-15,36 0 16,0-36-1,0 18 1,71-17 0,35 17-1,-53 0 1,-53 0 0,0 0-1,-36 0-15</inkml:trace>
  <inkml:trace contextRef="#ctx0" brushRef="#br2" timeOffset="59847.04">18433 1199 0,'-36'0'109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0:05:19.916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16334 1570 0,'-18'0'94,"18"17"-63,0 19 1,0-19-17,-18 54 17,18 35-1,0-71-31,-35 36 15,35-54 1,0 54 0,0-18-1,0-18 1,-35 71 0,35-53-1,0-18 1,0 18-1,0 0 1,0-18 0,0 0-1,0-17 1,0 17 0,0 1-16,0-19 15,0 19 16,0-19-15,0 71 15,17-70 1,1 17-1,17 1-16,1-36 1,-19 0 0,19 35-1,-1-35 17,18 0-17,-18 0 16,-17 0-15,52 0 0,-17 0-1,0 0 1,-18 0 0,18 0-1,0 17 1,18-17-1,-18 0 1,-18 0 0,53 0-1,-53 0 1,18 0 0,0 0-1,-35 36 1,70-36 15,-53 0-15,18 0-1,0 35 1,35-35 0,-35 35-1,0-35 1,0 0-1,0 0 1,-18 0 0,18 0-1,0 18 1,-18-18 0,36 0-1,-18 0 16,0 0-15,-36 0 0,19 0-1,-1 0 17,-17 0-17,17-18 16,0 18-15,-17-17 31,-18-19-31,35 36-1,-35-35 1,0 17 15,35-17-15,-35 18-1,0-19 1,0-17 0,0 18-1,0-18-15,0 0 16,0 18-1,0-18 1,0 0 0,0 18-1,0-18 1,0 0 15,0 18-31,18-1 16,-18-52 15,0 53-15,0 0-1,35-18 1,-35 0 0,18 18-1,-18-1 1,0-17-1,0 36 1,0-36-16,35 53 16,-35-53-1,0 18 1,35-1 0,-35 1-1,0 0 1,0 17 15,0-17 16,-17 35 15,-1 0-30,-17 0-17,0 0-15,17 0 32,-105 0-1,17 0 0,70 0-15,-17 0-1,1 0 1,16 0 0,-17 0-1,0 0 1,18 0-1,-53 0 1,53 0 0,-18 0-1,0 0 1,18 0 0,-36 0-1,0 0 1,36 0 15,-18 0-15,0 0-1,36 0 1,-19 0 0,19 0-1,-36 0 1,0-35-1,35 35 1,-17 0 0,0 0-1,17 0 17,-35 0-17,0 0 1,0 0 15,36 0-15,-19 0-1,1 0 1,18 0 0,-19 0-1,36-18 1,-53 18-1,18 0 1,17 0 0,-17 0-1,18-35 1,-19 35 0,1 0 15,17 0 31,-17 0-46,17 0 31,-17 0 125,0 0-32,17 0-108,18 17-17,0 1 126,0 17-110,-35 1 16</inkml:trace>
  <inkml:trace contextRef="#ctx0" brushRef="#br0" timeOffset="7924.41">17657 1729 0</inkml:trace>
  <inkml:trace contextRef="#ctx0" brushRef="#br0" timeOffset="9991.46">16528 2663 0,'0'18'109,"0"0"-93,0 35 15,0-89 78,0 19-93,17-36-1,-17 18 1,18 35 0,17-18-1,0-17 17,-17 35-1,17 0 0,-17 0 16</inkml:trace>
  <inkml:trace contextRef="#ctx0" brushRef="#br0" timeOffset="10709.89">16898 2593 0,'-35'0'109,"-1"0"-93,19 53 15,17 0-15,0-18 15,35-17 0,18-36 0,-35-35-15,-18 35 0,0-17 15,0 53 16,0 35-16,35-36 0,0-17 16,-17 0-31</inkml:trace>
  <inkml:trace contextRef="#ctx0" brushRef="#br0" timeOffset="11041.05">17127 2628 0,'0'35'46,"0"18"-30,0 18 15,0-53 1</inkml:trace>
  <inkml:trace contextRef="#ctx0" brushRef="#br0" timeOffset="11309.34">17127 2540 0,'36'-35'47</inkml:trace>
  <inkml:trace contextRef="#ctx0" brushRef="#br0" timeOffset="11873.52">17233 2575 0,'35'0'32,"18"0"-17,0 0 16,-53 36-15,18-36 0,-18 17-1,0 18 17,0-17-1,0 17 0,-35 1-15,17-19-1,18 19 32,35-36-16,18 0-15,-35 0 0</inkml:trace>
  <inkml:trace contextRef="#ctx0" brushRef="#br0" timeOffset="12173.53">17374 2699 0,'0'0'0,"18"0"47,35 0-31,-36 0-1</inkml:trace>
  <inkml:trace contextRef="#ctx0" brushRef="#br0" timeOffset="16271.71">14041 3669 0,'-36'0'125,"1"-35"-93,-36-1-1,19 19 0,16 17 0,19 35-15,-19 36 15,36-1-15,0 18-1,18-35 1,17-35 15,53-18-15,-70 0 0,17 0-1,-17 0 1,17-88-1,-35 17 1,0 53 0,36 18-1,-36-35 1,0 53 15,0 17-15,0 18-1,17-18 17,18-35-17,-17 0 1,17 0 0,1-17-16</inkml:trace>
  <inkml:trace contextRef="#ctx0" brushRef="#br0" timeOffset="17570.75">14429 3334 0,'0'-36'31,"0"54"31,0 88-46,0-18 0,0 0-1,0-35-15,-36-17 16,36 16 0,0-69 62,18-18-63,17-1 1,-35 1 0,18 35-16,17-18 31,-17 18-16,17 0 1,0 18 0,-17 0-1,-18 52 1,0-35 0,0 18-1,0-17-15,-71-19 31,54-17-15,-18 0 15,-1 0-15,36-35 31,36 0-32</inkml:trace>
  <inkml:trace contextRef="#ctx0" brushRef="#br0" timeOffset="18253.79">14940 3316 0,'0'53'78,"0"0"-62,0 0-1,0 35 1,0-35-16,0 0 16,0-18-1,0-17 1,0-106 62,35 35-62,18 0 15,-17 53 0,-19 0-15,36 17-1,0 54 1,-18 0 0,-35-36-1,0 0-15,-17 0 16,-19-35-16,-16 53 15,16-35 1,1-71 31,35-18-31</inkml:trace>
  <inkml:trace contextRef="#ctx0" brushRef="#br0" timeOffset="20235.96">13899 2205 0,'18'0'94,"17"35"-47,-17-35-32,35 0 16,-18 0 1,0 0-32,1 0 31,-19 0-15,72 0-1,-54 0 1,18 0-1,0 0 1,-36 0 0,36 0-1,-17 0 1,-1 0 0,18 35-1,35-35 1,-35 0-1,0 0 1,-18 0 0,18 0-1,0 36 17,0-36-17,-18 0 1,0 0-1,-17 0 1,17 0 0,1 0-1,-19 0 1,36 0 0,0 35-1,-18-35 1,18 0-1,0 0 1,0 0 0,-35 0-1,17 0 17,0 0-17,0 0 1,1 0-1,-1 0 1,-17 0 0,17 0-1,-17 0 1,17 0 0,-88 0 62</inkml:trace>
  <inkml:trace contextRef="#ctx0" brushRef="#br0" timeOffset="22024.08">13952 2558 0,'18'0'47,"35"0"-16,-35 0-15,34 0 0,1 0-1,-53 17-15,36-17 16,17 0 0,-1 0-1,72 36 1,-71-36-1,0 0 1,0 0 0,17 0-1,-17 35 17,35-35-17,-70 0 1,70 0-1,-53 0 1,18 0 0,0 0-1,-17 0 1,17 0 0,-18 0-1,-18 0-15,36 0 16,-35 0-1,17 0 1,1 0 0,-19 0-1,18 0 1,-17 0 15,17 0-15,1 0 15,-19 0-15,-17-18-1,36 18 1,-19 0 0,18 0 15,1 0 0,-19 0-15,19 0 46,-19 0-31,19 0-15,-1 0 15,-17 0 1</inkml:trace>
  <inkml:trace contextRef="#ctx0" brushRef="#br0" timeOffset="23586.36">15752 2328 0,'-36'-17'141,"36"-1"-125,0-35-1,-35-35 1,35 53 0,0-1 15,0 54 125,18 17-140,17-35 15,0 53-15,0-18-1,18 1 1,18-1-1,-18 0 1,0 18 0,-18 0-1,-35-18-15,88 36 47,-70-71-31,-18 18 15,-35-18 47,-1 35-62,1-35-1,-18 35 1,-17 0 0,17-17-1,17 17 1,-17 18 15,1 35-15,16-52-1,1 17 1,0-36 0,52-70 93,-17-35-93,36 53-16,-36-18 15,0 18 1,0 17 0,-18 89 62</inkml:trace>
  <inkml:trace contextRef="#ctx0" brushRef="#br1" timeOffset="84400.18">16633 1870 0,'-35'0'16,"53"0"109,17-18-109,-17 18 15,17 0 0,-17 0-15,52 0-1,-52 0 1,17 0 0,-17 0-1,17 0 1,0 0 0,-17 0-1,17 0 1,-17 0-1,17 0 1,0 0 0,-17 0 15,17 0-15,-17 0 30,17 0-30,1 0 15,-19 0-15,18 0 0,-17 0 15,17 0-16,1 35 1,-19-35 0,19 0 15,-1 0-15,-53 0 93,-35 0-93,53 36-16</inkml:trace>
  <inkml:trace contextRef="#ctx0" brushRef="#br1" timeOffset="88347.22">16616 2170 0,'17'0'141,"19"0"-126,-19 0 1,19 0 0,-19 0-16,19 0 15,16 0 1,-16 0 0,17 0-1,0 0 16,-36 0-15,19 0 0,-19 0-1,-17-18 1,35 18 0,1 0-1,-19 0 1,19 0 15,-19 0-15,19 0-1,-1 0 17,-18 0-17,19 0 32,-19 0-31,19 0 15,-1 0 0,-17 0 0,-18-35 1,35 52 202,-35 1-218,0 17 15,35 18 0,-35-18 0,0-17-15,18-18 0,-18 35-1,0 1 17,35-36-17,-35 17 1,18-17 46,-18 36-30,35-54 155,0-17-156,-35 17-15,18-17 15,-18 17 0,35-17-15,-35-1 0,35 36 15,-35-17-15,18-18 15,17 17-16,-35-17 17,36 35-17,-36-36 1,17 36 15,-17-17 16,36 17 0,-54 0 281,18-36-312,-18 36 15,-17-35-15,0 35 30,17-17-14,-17-19-1,0 1 0,-1 17 0,19-17 1,-19 35-17,36-35 1,-35 35 0,17-35 15,-17 35 0,35-18-15,-35 18-1,35-35 1,-18 35 15,18-18-15,-35 18 31,35-35-32,-18 35 17,18-36-17,0 54 141,0 17-140,0-17 15,0 17 1,0-17-17,0 17 32,0 0-16,0-17-15,0 17 15,0-17 32,36-18 46,-36-18-93</inkml:trace>
  <inkml:trace contextRef="#ctx0" brushRef="#br1" timeOffset="100807.32">17762 2081 0,'18'0'47,"-18"-35"-32,18 35 1,17-35 0,0 35 15,-17 0-16,-18 17 1,35-17 0,0 53-1,-35-17 1,18 17-16,-18-1 16,35-16-1,-35 17 16,36 0-15,-36 0 0,17-18 15</inkml:trace>
  <inkml:trace contextRef="#ctx0" brushRef="#br1" timeOffset="101227.15">17851 2469 0,'17'0'31,"54"0"0,35 0 1,-18 0-1,-71 0 0,19 0-15,-54 0 46</inkml:trace>
  <inkml:trace contextRef="#ctx0" brushRef="#br1" timeOffset="101660.14">17851 2628 0,'0'0'0,"88"0"78,-35 0-63,35 0 1,-18 0 0,1 18-1,-36-18 1,-88 0 109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0:15:39.70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3757 2081 0,'18'0'219,"-1"0"-203,107 0 15,-89 0-16,18 0 1,35 0 0,-35 0-1,0 0 1,0 0 0,-35 0-1,17 0 1,0 36 93,-35-1-78,0 35-15,0-17 15,0 18-15,35 35 0,-35-71-1,0 0 1,0 1-1,0-54 64</inkml:trace>
  <inkml:trace contextRef="#ctx0" brushRef="#br0" timeOffset="429.7">4180 2575 0,'-17'0'16,"34"0"15,19 0-16,17 0 1,52 0 0,-34 0-1,-36 0 1,18 0 0,-35 0-1</inkml:trace>
  <inkml:trace contextRef="#ctx0" brushRef="#br0" timeOffset="774.36">4216 2734 0,'17'0'47,"36"0"-32,0 0 1,18 0 0,-36 0-16,0 0 15,-17 0 1,-53-18 46,17 18-62</inkml:trace>
  <inkml:trace contextRef="#ctx0" brushRef="#br0" timeOffset="2157.53">2328 2628 0,'0'141'141,"0"-70"-110,0-36 0,0-53 1,0-70-1,0 18-15,0 17-1,0 35 16,18-35-15,17 53 0,-17 0-1,35 18 1,-18 0 0,-17-18-1</inkml:trace>
  <inkml:trace contextRef="#ctx0" brushRef="#br0" timeOffset="2756.9">2734 2540 0,'0'0'0,"-18"0"15,1-35 1,-19 35-1,-16 17 1,16 72 0,1-19-1,35-17 1,18 0 0,17-53 15,18 0-16,17-53 1,-34 0 0,-36 0-1,0 0 1,0 71 31,0 17-32,0 36 1,35-18 0,-17-18-1,17-35 1,-18 0-16,19 0 16,-1-18-1,0-17 1</inkml:trace>
  <inkml:trace contextRef="#ctx0" brushRef="#br0" timeOffset="3056.61">3069 2575 0,'0'36'31,"35"-1"-15,-35 18 0,0 0-1,18-18 1,-18-53 31,0-17-47</inkml:trace>
  <inkml:trace contextRef="#ctx0" brushRef="#br0" timeOffset="3689.73">3263 2452 0,'53'0'47,"-18"0"-32,-17 0 1,17 35-1,-17-35 1,17 53 0,-35-35 15,0 17-15,-17 0-1,-1-17 1,18 17 15,0 18-15,18-18 15,34-35-15,1 0 15,-53-17-16,36 17 1,-36-18 0</inkml:trace>
  <inkml:trace contextRef="#ctx0" brushRef="#br0" timeOffset="3972.57">3334 2663 0,'35'0'31,"-17"0"-31,17-17 15,18 17 1,-18-35 0</inkml:trace>
  <inkml:trace contextRef="#ctx0" brushRef="#br0" timeOffset="8556.77">3298 2117 0,'0'-18'94,"18"-35"-79,-18-53 17,0 53-1,0 36 0,0-19 47,35 36-46,-17 0-17,17 0 16,-17 0 1,17 0-17,0 0 1,-35-35 0,18 35-1,17 0 16,-17 0-15,17 0 15,1 0-15,-19 0 0,19 0-1,-19 0 1,18 0-1,1 0 1,17 0 0,-36 0-1,36 0 1,0 0 0,-35 0-1,17 0 1,0 0-1,18 0 32,0 0-31,0 0 0,-35 0-1,35 0 1,0-17-1,-18 17 1,0 0 0,0 0-1,1 0 1,-1 0-16,-17 0 16,17 0-1,-18 0 1,19 0-1,-1 0 1,-17 0 15,17 0-15,-17 0 0,17 0-1,0 0 1,-17 0 46,17 35 95,-35 0-142,0-17 1,0 17-1,35 0 1,-35-17 0,0 17-1,18-35 48</inkml:trace>
  <inkml:trace contextRef="#ctx0" brushRef="#br0" timeOffset="13751">1940 794 0,'-35'-36'78,"17"1"-63,-35 35-15,-17-17 32,35 17-1,-1 17 0,36 36-15,0 0-1,18-18 1,17 1 0,-17-36-1,35 0 1,-18-18-1,0 0 1,-17-17 0,17 70 77,-17-35-77,17 36 0,0-36-1,-17 0 1,-18-18 0,35-17-1</inkml:trace>
  <inkml:trace contextRef="#ctx0" brushRef="#br0" timeOffset="14492.15">2222 353 0,'0'35'62,"0"36"-46,0-36-16,0 0 15,0 89 1,0-71 0,0-18-1,36-70 95,-36-1-95,53 36 1,-36 0 0,36 18-1,-17 17 1,-36 0-1,0-17 1,0 17 0,-18 1-1,-35-19 1,0-17 15,35 0 0</inkml:trace>
  <inkml:trace contextRef="#ctx0" brushRef="#br0" timeOffset="15216.29">2540 459 0,'35'0'78,"-35"35"-63,0 106 17,0 0-1,0-88 0,18-53 16,17-88-16,-35 53-15,35 17 0,-17 18 15,17 35-16,1 0 1,-36-17 0,0 17-1,0-17 1,-36 17 31,1-35-32,0 0 17</inkml:trace>
  <inkml:trace contextRef="#ctx0" brushRef="#br0" timeOffset="16882.59">2857 917 0,'18'0'47,"17"0"-31,1 0-1,17 71 1,0-36 0,-1 18-1,54 0 1,-70-18-1,16-35-15,-52 53 16,106 0 0,-53 18-1,-35-19 1,35 72 0,-36-106 15,-17 17-16,36-35 1,-36 35 0,0-17 109,17-18-78,-52 0 62,17 0-78,-17 0 0,53 0 79,-18 35-95,17-35 1,19 53 0,-36-35-1,17-18 1,19-36 62,-36 1-62,0-18 15,35 18 0,-53 35 79,1 0-95,-19 0 1,1 0-1,35 17 1</inkml:trace>
  <inkml:trace contextRef="#ctx0" brushRef="#br0" timeOffset="26160.31">1464 4833 0,'-18'0'109,"-35"35"-78,18-35-15,0 36 0,0-19-1,35 54 1,0-36-1,0-17 1,35 17 0,0-17-1,36-18 17,-18 0-17,35 0 1,-35-53-1,-18-18 1,18 18 0,-18-35-1,-35 53-15,0-36 16,0 1 0,0-1-1,0-35 1,-17 53-1</inkml:trace>
  <inkml:trace contextRef="#ctx0" brushRef="#br0" timeOffset="26960.28">1729 4427 0,'0'36'16,"0"52"15,0-18-15,17 1-1,-17 17 1,36 18 0,-36-18-1,0-35-15,0-35 16,0 35-1,17-53 17,-17-18 30,35 0-46,-35-17-1,36 17 1,-19 18 0,19 0 15,-1 36-15,-17-36-1,17 17 1,-18-17-1,19 36 1,-1-36 0,-17 0 15,17 0-15,0-18-1,-35 0-15,18-17 16,-18 0-1,0 0 1,0-1 15,-35 36-15,35 36 0,0-19-1,0 71 1,17-52-1,18-1 1,36-35 0,-18 0 15,-18-18-31</inkml:trace>
  <inkml:trace contextRef="#ctx0" brushRef="#br0" timeOffset="28792.02">2646 5062 0,'0'-35'32,"0"17"-1,-18-17-15,1 35 15,-19 0-16,1 0-15,0 35 32,35 36-17,0-36 1,35-35 0,0 0-1,-17 0 1,17 0-1,-35-17 1,35 17 0,-35 17-1,18 19 17,17 34-17,-35-52-15,0 35 16,36 52-1,-36-34 1,-18 0 0,-17-36-1,-53-35 1,35 0 0,0-18-1,35-17 1,18-36-1,0 54-15,0-36 16,0-18 0,18 18-1,70-17 1,-35-1 15,17 36-15,-34-18-1,-1 53 1,0-53-16,0 53 47,-17 35 31,17 18-47,1-53-15,-19 0 0,19 0-1,-19 0 1,19-35-1,-1-53 1,-35 53 15,-18-1-15,1 19 0,-19 17-1,19 0 1,-19 0-1,1 17 1,35 36 0,0-17-1,53-1 32,-18-35-31,1 0-1,16-18 1,-16-17 0,-1 0-1,0-1 1,-35 19 0,0 87 62,0-52-63,0 17-15,18 18 32,17-53-17,-17 0 1,17 0-1,0-53 1,-35 36 0,0-36-16,0 17 15,0 72 63,0 34-62,53 36 15,35-71 1,-52-35-17,-1 0 1,-35-17-1,0-1 1</inkml:trace>
  <inkml:trace contextRef="#ctx0" brushRef="#br0" timeOffset="31100.74">4145 4780 0,'0'-35'46,"35"35"-30,-35-18 0,0-35-1,36-35 1,-36 18 0,35 17-1,-35 17 1,18 36 15,-18 71 0,35-18-15,-35 35 0,0 18 15,0-71-31,0 18 15,0 53 1,0-71 0,35-52 31</inkml:trace>
  <inkml:trace contextRef="#ctx0" brushRef="#br0" timeOffset="31923.54">4498 4639 0,'0'123'62,"0"-17"-30,35-53-1,36-17 0,17-19 0,53-34 1,-70-54-1,-36 18-16,-35 0 1,35 18 0,-35-53-1,0 35 1,-17 0 0,-19 0-1,1 18 1,-18-1-1,0 1 1,18 35 0,-18-35-1,-18 35 1,36 0 0,17 17 15,18 1-16,-35 17 1,0 18 0,35 53-1,0-18 1,0 0 0,0-70-16,0 17 15,18 18 1,-18-35-1</inkml:trace>
  <inkml:trace contextRef="#ctx0" brushRef="#br0" timeOffset="38869.76">3616 7497 0,'0'52'94,"0"19"-78,0-36-16,0 53 31,0-52 0,0-89 16,0-124-16,0 142-15,0-18 0,35 18 15,1 17 0,-19 18-15,18 0-1,18 0 1,-17 0 31,-36 36-16</inkml:trace>
  <inkml:trace contextRef="#ctx0" brushRef="#br0" timeOffset="40452.71">4110 7549 0,'0'-35'16,"0"18"15,-35-19 0,17 36-15,-17 0 0,-1 18-1,36 0 1,-35 70 0,35-71-16,0 19 15,35 34 1,1-52-1,-19-18 1,19 0 0,-1-88 15,0 35-15,-35 0-1,0 106 63,35 17-62,-17-17 0,17-53-1,1 0 1,-19 0-1,19-17 1,-19-54 15,18 18-15,-35 0 0,0 18-16,0 0 31,0 52 31,0 54-46,0-18 0,36 17-1,-1-17 1,-17-53-1,17 0 32,0-70-31,0 34 0,-35-17-1,18 1 1,-18 34-1,35 18 1,1-35 0,-19 35 15,19 17-15,-36 1-1,35 35 1,-35 0-1,0 0 1,-18 0 0,-17-36 15,53-17 63,-1 35-79,36 18 1,18-17 0,-71 34-1,35 1 1,-35-1-1,-71 19 1,18-19 0,-17-17 15,35-53-15,-18 18-1,0-18 1,35 0-1,-17-36 1,0-17 0,35-17-1,0 35-15</inkml:trace>
  <inkml:trace contextRef="#ctx0" brushRef="#br0" timeOffset="40884.65">4445 7126 0</inkml:trace>
  <inkml:trace contextRef="#ctx0" brushRef="#br0" timeOffset="45049.87">5239 8819 0,'-18'0'125,"0"0"-109,-17 0-1,-18 36 1,18-1-1,17-17 1,-17 52 0,0 1-1,0-36 1,-1 18 15,36 0-15,-17 17-1,17-34-15,0-1 16,0 0 0,0 18-1,0-18 1,0 71 0,35-70-1,0-1 1,-17 0-1,17 0 1,0-17 0,1 17-1,-19-35 1,19 36 15,-19-36-15,89 35-1,-53-35 1,-18 0 0,0 0-1,18-18 1,-17 18 0,17-35-1,0 35 1,35-18-1,-53-17 1,-17 35 0,-18-18-1,35 18 1,0-70 15,-17 70-15,17-53-1,-35 35 1,35-17 0,-17-18-1,-18 18 1,0 17 0,35-17-1,-35 0 1,0 17-1,0-17 1,0 17 0,0-17-1,-17-1-15,17 19 16,-36-18 15,36-1-15,-17 19-1,-19-36 1,1 17 15,18 1-15,17 18 0,-36-19-1,19 36 1,17-35-1,-36 35 1,1-18 0,17 18-1,18-35 1,-52 35 31,16 0-32,1 0 17,17 0-17,-17 0 1,17 0 15,-17 0-15,0 0 15,17 0-15,-17 0-1,17 0 32,-17 0-31,0 0-1,17 18 17,-17-18-17,0 35 1,17-35 15,18 18-15,-35-18-1</inkml:trace>
  <inkml:trace contextRef="#ctx0" brushRef="#br0" timeOffset="47098.79">5151 9331 0,'0'-18'62,"0"-17"-46,0 0-1,35-18 1,-35 0 0,35 35-1,-35 71 110,0 18-109,0-18 0,0 0-1,0 0 1,0-18-1,0 0 1,0 0 0,0-70 31</inkml:trace>
  <inkml:trace contextRef="#ctx0" brushRef="#br0" timeOffset="47715.01">5415 9207 0,'0'18'31,"0"53"0,0 17 1,0-35-32,0 0 31,35-18-16,-17-35 1,17 0 0,1 0-1,-19 0 1,19-18 0,-19-17-1,18-53 1,-35 35-1,0 18 1,0-1 0,0 1-16,0 17 15,-35-17 1,18 35 0,-54 0 30,53 0-30,-17 18 0,35-1-1,-35 19 1,35-1-16</inkml:trace>
  <inkml:trace contextRef="#ctx0" brushRef="#br0" timeOffset="48614.28">5045 9666 0,'-18'0'16,"-17"18"15,-36-1 0,71 36-15,-88 18-1,17-1 1,19-52-16,16 17 16,-52 71-1,35-53 1,18-18-1,35-17 1,-35-18 0</inkml:trace>
  <inkml:trace contextRef="#ctx0" brushRef="#br0" timeOffset="49014.13">4357 10142 0,'17'0'63,"54"0"-48,-18 0 1,53 0 15,-89 0-15,36 0-1,-106 36 48</inkml:trace>
  <inkml:trace contextRef="#ctx0" brushRef="#br0" timeOffset="49313.89">4339 10301 0,'18'0'63,"35"0"-47,35 0-1,-35 0 1,-18 0-1,18 0 1,-35 0 0,17-18-1</inkml:trace>
  <inkml:trace contextRef="#ctx0" brushRef="#br0" timeOffset="50352.71">5838 9648 0,'0'-35'31,"0"53"63,18 17-79,53 106 17,34-17-1,37-1 0,-72-52-15,-35-54-1,1 36 1,-36-17-16,17-19 16,19 18 15</inkml:trace>
  <inkml:trace contextRef="#ctx0" brushRef="#br0" timeOffset="50741.77">6156 10319 0,'71'0'63,"70"0"-32,-71-18 0</inkml:trace>
  <inkml:trace contextRef="#ctx0" brushRef="#br0" timeOffset="51024.93">6121 10407 0,'53'0'15,"105"0"17,-69 0-1,-37 0-15,-87 0 46</inkml:trace>
  <inkml:trace contextRef="#ctx0" brushRef="#br1" timeOffset="60091.51">4992 7585 0,'35'17'109,"0"-17"-93,1 18-1,17 17 1,-18-35 15,-18 36-15,19-36-1,-1 35 1,-35 0 0,18-17-1,-18 17 1,0 0 0,35-35-16,-35 53 15,0 0 1,0 0-1,0-18 1,0 1 0,0 17-1,0-1 1,35-16 0,-35-1 15,0 36-16,0-36 1,0-18 0,0 36-1,0-17 1,0-19 0,0 36-1,0-18 1,35 1-1,-35 34 1,0-52 0,0 17 15,0-17-15,0 17 15,0 0 0,0-52 16,-17-54-31</inkml:trace>
  <inkml:trace contextRef="#ctx0" brushRef="#br1" timeOffset="61007.35">5327 8590 0,'0'18'63,"0"-1"-48,0 19 1,0-19 0,0 19-16,35-1 15,-35-17 16,35-18-15,-17 0 31,17-36 0,-35 1-32,18 17 1,17-17 15,-35 0-15,36 35 0,-36-18-1,-18 18 95,-35 0-79,0 0 0,18 0 0,0 0 1,52 0 77,36 0-93,-35 0-1</inkml:trace>
  <inkml:trace contextRef="#ctx0" brushRef="#br1" timeOffset="64422.29">1711 8961 0,'0'0'0,"18"0"125,17 0-94,-17 0 1,17 35-1,-35 71 0,0-89-15,17 19-1,-17-1 1,0 0 0,0-53 30,0-70-14,0 53-17,36-18 1,-36 35 0,35-17-1,-17 35 1,17 0 31,-35 18-32,35-1 1,-35 36 0,0 0-16,18-35 15,-18 17 16</inkml:trace>
  <inkml:trace contextRef="#ctx0" brushRef="#br1" timeOffset="65007.79">2134 9066 0,'0'18'31,"0"0"-15,0 17-1,36-17 1,-36 17 0,17 0-1,18-35 1,1 0 0,-19-18 15,-17 1 0,0-18-31,0-18 31,0 17-15,-35 1 0,0 35-1,17 0 1,-17 0-1,0 18 17,35 35-17,0-18 1,17-17 15,36-18-15</inkml:trace>
  <inkml:trace contextRef="#ctx0" brushRef="#br1" timeOffset="65471.82">2399 9031 0,'0'35'79,"0"18"-64,35 35 16,0-88-15,-35 36 0,18-36-1,17-36 17,1 1-17,-36 0 1,0 0-1,17-1 1</inkml:trace>
  <inkml:trace contextRef="#ctx0" brushRef="#br1" timeOffset="65971.44">2699 9084 0,'0'35'15,"0"-17"1,35 17-1,-35 0 1,18-35 0,-18 18-1,35-18 1,-17 0 0,17-18-1,0 1 1,-35-18-1,0-1 17,0 19-17,0-19 1,-18 19 0,1-19-1,-18 36 1,-1 0-1,19 18 1,-19 0 0,36 17-1,0 0 1</inkml:trace>
  <inkml:trace contextRef="#ctx0" brushRef="#br1" timeOffset="68453.77">3263 8978 0,'-17'0'32,"52"18"46,53-18-63,35 35 17,-34 0-17,-19-35 1,-17 18 0,35-18-1,-17 35 1,35-35-1,-18 0 1,-53 0-16,-17 0 16,17 0-16,18 36 15,18-1 1,-36-35 0,0 35-1,36-35 1,-18 0-1,0 0 17,-18 0-17,18 18-15,0-18 16,-18 0 0,0 35-1,0-35 1,-17 0-1,17 0 1,1 0 0,-19 0-1,19 0 1,-19 0 0,19 0-1,-1 0 32,-53 0 16,-17-18-48,-36 1 16,36-19 1,53 36 77,-1 0-93,-17 18-16,71-18 31,-53 18 0,-18 17 0,-18-17 1,-17-18-17,-18 35 1,17-35 0,1 0-1,53-18 95,-1 1-95,-17-19 16,0 1 1</inkml:trace>
  <inkml:trace contextRef="#ctx0" brushRef="#br0" timeOffset="91508.08">1499 11906 0,'-35'0'31,"0"0"-15,17 18 15,-35-18-16,18 35 1,17 0 0,18 1-1,0-19 1,0 19 0,0-19 15,0 19-16,88-1 1,-35-35 0,0 0-1,0 0 1,35-35 0,-52-18-1,17-18 1,-18 1-1,-35-36 1,0-35 0,0 52-1,-18-16 1,-17 87 0,0-17 30,17 35-30,18 17 15,0 1-15,0 52 0,0 19-1,0-1 1,35 53-1,1-35 1,-36-53 0,35 0-1,-35 0 1,35-18 0,-35-53 46,18-35-46,-18 36-16,35-36 15,0 17 1,-17 19 15,17 34 0,-35 19-15,36-1 0,-36-17-1,35-18-15,-18 35 16,19-17 0,-1-18-1,0 0 16,1 0-15,-1-53 0,-35 0-1,0 17 1,0 1 0,-18 35-1,1 0 16,17 35-15,0 1 0,0 17-1,52-18 1,-16-35 0,-1 0 15,18 0-31</inkml:trace>
  <inkml:trace contextRef="#ctx0" brushRef="#br0" timeOffset="93172.94">2681 12100 0,'0'-35'31,"-53"-18"0,0 53-31,36 0 16,-36 0-1,0 0 1,18 18 0,35 35-1,0-18 1,17 0 0,54-35-1,17 0 1,-70 0-1,-18-17 1,35 17 0,-18 17 15,19 36-15,-1 0-1,-17 0 16,-18 53-15,0 0 0,0-18-1,0-18 1,-36 1 0,-69-53-1,87-18 1,-35-18-1,0-53 1,35-70 0,18 71-1,0-1 1,89 18 15,69-88 0,-105 106-15,-35 35 0,17 0 31,0 35-32,-17-35 1,17 35-1,1-35 1,17 0 0,0-35-1,-18 0 1,0 0 0,-35-18-1,0 0 16,-53 17-15,-17 1 0,-19 35-1,54 18 1,0-1 0,35 19-1,0 17 1,35-18-1,53-35 1,-35 0 0,0 0-1,35-71 1,-52 18 0,-36 1-1,0 34 16,17 106 48,36-35-64,0-35 1,0-18-1,-18 0 1,1-53 0,-1 17-16,-35-16 15,17 34 1,-17 36 46,0 140-30,36-105-1,34-53-15,-17 0-1,0 0 1,-35-17-1,-18-36 1</inkml:trace>
  <inkml:trace contextRef="#ctx0" brushRef="#br0" timeOffset="95854.96">5045 11589 0,'-18'0'93,"0"0"-77,-34 0-16,-72 0 31,36 0 1,70 0-1,-17 0 16,35 35-16,0-17-15,0 17-1,0 0 1,0-17-1,0 17 1,18-17 0,-1-18 46,18 0-31,-17 0-15,35 0 0,0 35-16,-35-35 15,70 0 1,-35 35 0,0-35-1,-36 18 1,19 17-1,-19-35 1,18 36 0,-35-19 15,36 18-15,-36 1-1,0-19 1,0 19 15,-18 17-15,-35-1-1,36-34 1,-72-18 0,36 35-1,18-35-15,18 0 16,-36 0-1,0 0 1,17-17 0,-34-1-1,35-17 17,-1 35 93,19 0-125</inkml:trace>
  <inkml:trace contextRef="#ctx0" brushRef="#br0" timeOffset="146143.89">5592 13317 0,'-36'0'141,"1"18"-125,17 0 15,-17-18-15,35 35-16,-35 0 15,35-17 1,-18 17-1,18 0 1,-35-17 0,35 17 15,0-17-15,0 35-1,0-18 1,0 0-1,0 18-15,0 0 16,0-17 0,0-1-1,17 0 1,-17-17 0,18 17-1,-18 0 1,35-35-1,-35 18-15,36 17 32,-36 0-1,17-35-15,-17 18-1,36 17 1,-19-35-1,19 0 1,-36 18 0,35-18-16,-18 0 31,19 0-15,-19 0-1,19 0 1,-1 0-1,-17 0 1,17 35 0,0-35 15,-17 0-31,17 0 31,-17 0-15,17 0 15,0 0-15,-17-17-1,17 17 17,0-18-17,-17 18 1,17-35-1,-17 35 17,17-36-1,1 36-15,-36-17-1,17 17 1,18-35 15,-35-1-15,36 36-1,-36-17 1,17-19 0,19 19 15,-36-19-16,0 1 17,17 18-1,-17-19-15,0 19-1,0-19 1,0 1-1,0 17 1,0-17 15,0 17-15,0-17 0,0-18 15,0 36-16,0-19 1,0 1 0,-35 17 31,35-17-32,-35 35 1,35-35-1,-18 35 1,-17-18 0,35-17-1,-35 35 1,17-18 0,-17 18-1,17 0-15,-17-35 16,-1 35 15,36-35-15,-53 35 31,36 0-16,-18 0-16,-1 0 1,19 0 15,-19 0-15,19 0 0,-19 0 15,1 0-16,18 0 1,-19-18 0,19 18 31,-19 0-32,1 0 1,17 0 15,-17 0-15,18 0-1,-19 0 1,1 35 0,17-35-1,-17 36 1,17-19-1</inkml:trace>
  <inkml:trace contextRef="#ctx0" brushRef="#br0" timeOffset="146992.99">5768 13847 0,'-18'0'16,"18"-36"62,0-17-63,36-35 17,34 18-1,-70 87 110,0 71-126,-18 71 16,-17-35 1,35-142 30,18-17-62</inkml:trace>
  <inkml:trace contextRef="#ctx0" brushRef="#br0" timeOffset="147494.23">5980 13758 0,'0'18'32,"-18"88"-1,18 0 0,0-71-15,88-17 15,-17-36-15,-1-35-1,-17 0 1,-18-17 0,-35-19-1,0 72 1,-17-36-1,-54 17 1,-17 36 0,53 0-1,-36 36 17,36 34-17,35-34 1,0-1-16</inkml:trace>
  <inkml:trace contextRef="#ctx0" brushRef="#br0" timeOffset="148558.81">6068 13247 0,'0'0'0,"0"-53"125,17-18-110,19-17 1,-19 0 0,-17 35-1,36-18 1,-1 1 15,-35 17-15,35 53-16,-35-18 15,18-17 17,17 0-1,0 35-15,1-35-1,52 17 1,-35 18-1,17-35 1,-52 35-16,52-36 16,-34 36-1,17-35 1,-36 17 15,-34 18 32,-19 18-63</inkml:trace>
  <inkml:trace contextRef="#ctx0" brushRef="#br0" timeOffset="149492.99">6015 13000 0,'0'35'46,"0"0"-30,0 1 0,0 17-1,0-36 1,0 19 0,17-54 124,19 0-124,-1-17-1,18 35 1,0-35 0,-35 35-1,17 0 1,-35-18 0,17 18-1,19 0 1,-36-35-1</inkml:trace>
  <inkml:trace contextRef="#ctx0" brushRef="#br0" timeOffset="150257.75">7126 12382 0,'-18'18'32,"18"17"-17,0 36 17,-35 35-1,35-159 31,0-53-30,0 35-1,18 54 0,35-18-15,0 35-1,0 0 1,-36 0 0</inkml:trace>
  <inkml:trace contextRef="#ctx0" brushRef="#br0" timeOffset="151657.24">7585 12382 0,'0'0'0,"0"-17"16,-36 17 15,19 0 0,-54 0-15,71 53 0,-35 0-1,35 0 1,35-36 0,1 19-1,-19-36 1,18-18-1,-35 0 1,18-35 0,-18 89 77,0-19-77,35-17 0,1 36-1,-19-36 1,36-36 0,0 1-1,-35-18 1,-18 18-16,0 17 15,35 18-15,-35-35 16,0 17 0,0 53 46,-18-35-46,18 71-1,0-36 1,0 1-16,18-36 16,0 35-1,17-35 1,0 0 0,-35-18-16,35 18 15,1-53 1,17 36-1,-36-19 1,19 36 0,-19 0-1,19 0 1,-1 0 31,-35 18-32,0 35 1,0-35 0,-18-18-1,18 35 1,0 0 15,18-35-15,17 18 15,36 70-15,-36-53-1,-35 53 1,0-35 0,0 0-1,-18 0 16,-35 0-15,18-35 0,-18 17-1,18-17 1,17 17 0,-17-35 15,0-35-16,35-36 1</inkml:trace>
  <inkml:trace contextRef="#ctx0" brushRef="#br0" timeOffset="152100.91">7867 11924 0,'35'0'62,"-88"0"16</inkml:trace>
  <inkml:trace contextRef="#ctx0" brushRef="#br0" timeOffset="157087.78">4251 15205 0,'-35'0'109,"-1"0"-93,19 0-1,-19 0 17,19 17-17,-18-17 1,-1 36 0,1-1-1,17-17 1,18 17-1,-35 53 1,0-17 0,0-36-1,35 18 1,0-18 0,-36 36-1,36-1 1,0-17-1,0-18 17,0-17-17,18 17 1,-18-17 0,35 17-1,-35 0 1,35 1-1,-17-19 1,17 19 0,1-1 15,17 0-15,-36-35-1,18 35 1,1-35-1,-19 18 17,54-18-17,-36 0 1,18 35 0,0-35-1,0 0 1,-18 0-1,1 0 1,-1 0 0,-18 0-1,72-17 1,-72 17 0,19 0-1,-19-36 1,18 36 15,1-17-15,-19 17-1,19-35 1,-1-1 0,-17 19 15,-18-19-16,35 1 1,-35 17 0,35-17-1,-35 0 1,35 17 0,-35-17-1,0-18 1,0 18 15,0 17-15,0-17-1,0 0 1,0 17 0,0-17-1,0 17 1,-17-17-1,-18-1 1,35 1 0,-18-18-1,-17 0 1,35 36 0,-36 17-16,36-36 15,-35 1 1,17 35-1,18-17 1,-53-19 15,53 19-15,-52 17 0,16-36-1,19 1 16,-19 35-15,1 0 0,35-18-1,-18 18 1,-17 0 0,18-35-1,-19 35 16,1 0-15,17 0 15,-17 0 1,17 0-17,-17 0 1,0 0-1,17 0 1,-17 0 0,17 0-16,-17 18 15,0-1 1,17-17 0,-17 36-1,-18-1 1,18-17-1,-18 17 1,0 0 15,18 18-15,35 0-16</inkml:trace>
  <inkml:trace contextRef="#ctx0" brushRef="#br0" timeOffset="158636.49">4621 15505 0,'0'-36'78,"-17"36"-62,-19 0-1,-69 0 1,52 0 15,0 0-15,0 0 0,18 0-1,-1 18 1,1-18-1,35 18 17,-18-18-17,18 35 1,0-18 0,0 19-1,0-1 16,0-17 16,36-18-31,-1 0 15,-17 0-15,17 0-16,18 0 15,-36 0 1,36 0 0,-35 35-1,17 0 1,1-17 0,-19-18-1,18 35 1,1 0-1,-1-17 1,-35 17 31,18-35-31,-18 36-1,0-19 1,0 19-1,-36-36 1,-34 35 0,-36-35-1,53 0 1,0 0 0,-17-18-1,52 18 1,-17-35-16,-1 35 31,19-35 32,-19 35-48,19 0 1</inkml:trace>
  <inkml:trace contextRef="#ctx0" brushRef="#br1" timeOffset="190903.95">5503 14093 0,'-17'0'141,"-1"0"-94,-17 36-16,-1-1 0,1-17 1,18 17-1,-19-35-15,36 35-1,-17-35 1,-19 18-1,1 17 17,0 0-17,17 1 17,-17-19-1,0 19 0,-1-1 16,36-17-31,-17 17-1,-19 0 16,36-17-15,-35-18 0,18 35-1,17-17 1,-36 17 0,19-35-1,17 35 1,-36-17 15,36 17-15,-35 0 15,35-17 0,-18-18-15,18 35-1,-35-17 1,35 17 15,-35 0-15,35-17 15,-18-18-15,18 35-16,0 1 31,-35-36-15,35 17 15,-35 19 0,35-1 0,-18-35 1,18 18-17,0 17 63,-35-35-62,35 17 15,0-87 110,0 35-125,-36-18-1,36 0 1,0 35-1,0 53 126,0 1-125,0 17 15,0-36-15,0 19-1,18-36 1,-18 35-1,35-35 48,-17 0-32,-18-18-15,35 18-1,-35-35 1,36 17 0,-1 18-1,0 0 17,-35-35-17,18 35 16,-18-18-15,0-17 47,0 0-32,-36 35-16,1 0 1,35-18 0,-17 18-1,-19 0 1,-17-35 0,18 35-1,17 0 16,18-35 48</inkml:trace>
  <inkml:trace contextRef="#ctx0" brushRef="#br1" timeOffset="193795.1">1905 16334 0,'0'35'16,"18"-35"62,-1 0-63,36 0 17,0 0-17,-18 0 1,36 0 0,-18 0-1,0 0 1,-18-18-16,18 18 15,18 0 1,-54 0 0,89 0-1,-71-35 1,18 35 15,0 0-15,-18 0-1,18-18 1,18 18 0,-18 0-1,0-35 1,-18 35 0,18-35-1,0 35 1,-36 0-1,36-18 1,18 18 0,-18-35-1,0 35 1,-18-18 15,18-17-15,0 0-1,-36 35 1,19-36 0,-1 19-1,-17 17 1,17-36 0,0 36 15,-35-35-16,18 35-15,17 0 32,-52 0 46,-36 0-47,35 0 0,53-17 63,-17 17-63,17 0-15,0 0 0,-52 35 46,-18 18-31,17-53 79</inkml:trace>
  <inkml:trace contextRef="#ctx0" brushRef="#br1" timeOffset="194635">2540 16775 0,'0'35'62,"0"0"-46,0 0 0,0 1-1,35-36 1,-35-18 46,0-17-46,0-1 0,36 1-1,-36 18 1,17-19 0,18 36-16,1 0 31,-19 0-16,-17 18 1,0 17 0,36 18-1,-36-18 1,35-35 46</inkml:trace>
  <inkml:trace contextRef="#ctx0" brushRef="#br1" timeOffset="195115.87">2893 16739 0,'-18'36'16,"18"-1"15,0-18 1,18 19-32,-18-1 31,35-17-16,-17-18 17,17 0-17,-35-36 1,0 1 0,0 17-1,0-17 1,-35 18-1,-18 17 1,35 0 0,-17 35-1,35 0 1,0-17 0,17-18-1</inkml:trace>
  <inkml:trace contextRef="#ctx0" brushRef="#br1" timeOffset="195548.81">3052 16722 0,'0'17'47,"52"1"-15,-16 52-1,-1-70 0,-17-35 0,-18-18-15,0 18-16,0-18 16,0 18 15,35 35 0</inkml:trace>
  <inkml:trace contextRef="#ctx0" brushRef="#br1" timeOffset="195948.84">3404 16722 0,'36'35'32,"-1"-35"-1,18 0 0,-18-18-31,-35 1 16,0-19-1,-18 1 1,1 17 0,-19 18-1,1 0 16,18 18-15,17 17 0,0 18-1,0-17 1</inkml:trace>
  <inkml:trace contextRef="#ctx0" brushRef="#br0" timeOffset="203769.09">4269 16369 0,'0'-35'31,"0"52"48,-18-17-64,-17 71 1,-18 70 15,-18 18 0,71-124-15,-35 18 0,-18 35-1,53-35 1,-35-18-1,-1 18 1,1 0 0</inkml:trace>
  <inkml:trace contextRef="#ctx0" brushRef="#br0" timeOffset="204144.33">3845 17145 0,'18'0'47,"105"0"-16,-105 0-15,53 0 0,-1 0-1,-35 0 17,-70 0-1,0 0-16</inkml:trace>
  <inkml:trace contextRef="#ctx0" brushRef="#br0" timeOffset="204444.67">3845 17304 0,'53'0'79,"18"0"-64,17-18 1,-53 18-1,0 0 1,-17 0 0,-18-35 15</inkml:trace>
  <inkml:trace contextRef="#ctx0" brushRef="#br0" timeOffset="205393.3">4745 16210 0,'0'35'16,"35"1"15,0-19-15,-35 36-1,18-17 1,17-19 0,36 36-1,-36 18 1,18-1-1,18 1 1,-1-18 0,-35-18-16,54 88 47,-36-70-32,-18 18 1,18-36-1,-53 0 1,35-35 0,-35 36-1,18-36 48</inkml:trace>
  <inkml:trace contextRef="#ctx0" brushRef="#br0" timeOffset="205855.36">5362 17216 0,'35'0'78,"36"0"-62,-18 0 0,0 0-1,17-36 1,-34 36-1</inkml:trace>
  <inkml:trace contextRef="#ctx0" brushRef="#br0" timeOffset="206159.98">5433 17339 0,'70'0'47,"1"0"-31,-1-18 0,-17 18-1</inkml:trace>
  <inkml:trace contextRef="#ctx0" brushRef="#br0" timeOffset="208367.04">6227 14058 0,'0'35'78,"0"-17"-63,35 17 1,0 1 0,0 17-1,18 52 1,35-52-1,-17 18 1,-36-18 0,18 17-1,0 19 1,0-54 15,-18 0-15,1 0-1,-19 1 1,-17-19 0,36-17-1,-54 0 48</inkml:trace>
  <inkml:trace contextRef="#ctx0" brushRef="#br0" timeOffset="208847.08">6579 14958 0,'18'0'46,"88"0"-30,-89 0 0,125 0-1,-72-18 1,-17 18 15,0 0-15,-35 0-1</inkml:trace>
  <inkml:trace contextRef="#ctx0" brushRef="#br0" timeOffset="209228.61">6703 15081 0,'17'0'47,"19"0"-31,70 0 0,-18 0-1,-35 0 1,0 0-1,-89 0 79</inkml:trace>
  <inkml:trace contextRef="#ctx0" brushRef="#br0" timeOffset="-210044.37">14852 917 0,'-18'0'172,"-17"0"-156,17 0 15,-17 35-15,0 1-1,0-19 17,35 19-17,0 17 16,17 0 1,18-18-1,-17-35-15,35 0-1,35 0 1,-17 0-1,-36-18 1,18-35 0,-18 18-1,-17 17 1,17-17 0,0-18-1,-35-17 1,0-1-1,18 53 1,-18-70 0,0 53 15,0-53-15,0 52-1,-35-16 1,0 16-1,35 19 1,-18 17 0,-17 0 15,-1 0-15,36 35 15,0 0-16,0 53 1,0-17 15,18-53-15,-18 87 0,18-69-1,17 52 1,0-35-1,-35 0 1,35-18 0,-35 36-1,0-89 79,18-70-63,-18 70-15,35-17 0,1-1-1,-19 36 1,19 0 15,-1 0-15,-18 18 15,-17 17-15,0-17-1,36 17 1,-36-17-1,35-18 1,-17 0 0,-18 35 15,35-35-31,0 0 31,-17-17-15,17-36-1,-35 35 1,0-17 0,0-1-1,-18 19 17,1 17-1,-18 0 16,35 106-16,0-71-15,17 0-1,18 1 1,1-36-1,17 0 1,-18 0 0,-17-18-1,17 18 1</inkml:trace>
  <inkml:trace contextRef="#ctx0" brushRef="#br0" timeOffset="-208128.77">16034 1129 0,'0'-18'32,"0"-17"-17,0 17 1,-18-17 0,0 0-1,-17 35 1,-18-36-1,18 36 1,0 18 0,-1 17 15,36-17-15,0 17-1,18 1 1,53-36-1,-18 0 1,-18-18 0,-18-17-1,19 35 1,-19 0 15,-17 35-15,36 18-1,-36 35 1,35 18 0,-35-18 15,0-35-15,0 18-1,0-36-15,-18 0 16,18-17-16,-17 35 15,-19-18 1,-34-35 0,17 0-1,18-18 1,17-52 0,18 17-1,0-18 1,0 36-1,35-124 1,18 53 0,-18 54-1,18-1 17,18 0-17,-36 35 1,0 18-1,-35-35 1,18 35 0,-18 17 46,35 36-31,-17-35 1,53-18-1,-54 0-31,19 0 16,-19 0-1,18 0 1,-35-35-1,36-1 1,-36 1 0,-18-18-1,0 18 1,-34 35 0,-37 0-1,36 18 1,18-1-1,35 36 1,0 0 0,18-18-1,35-35 17,0 0-17,0 0 1,-18 0-16,18-17 15,-18-36 1,18 17 0,-18 1-1,-35 0-15,0 70 78,0 18-62,0-35 0,53 17-1,-35-35 17,17 0-17,0-18 1,1-17-1,-19 17 1,-17-17 0,0 70 31,0 1-32,0 17 1,106-18-1,-71-17 1,18-18 0,0 0-1,-35 0 17,-18-36-17,0 1-15</inkml:trace>
  <inkml:trace contextRef="#ctx0" brushRef="#br0" timeOffset="-206463.33">17886 600 0,'0'-18'78,"0"-17"-63,0 0-15,17 17 32,125-53-1,-54 71 0,-35 0-15,-36 0-1,19 36 1,-36-1-16,0 35 16,0 1-1,0 0 1,-18 17 0,-88 18-1,36-36 1,34-52-1,-17 17 1,36-35 0,-19 0-1,19-18 32,17-17-31,0 0-1,0 17 1,0-17 0,35 35-1,-17 0 17,-18 18-17,35 17 1,0 18-1,1 0 1,-1-18 0,-18 0-1,19-17 17,-1-18-32,36 0 31,-18 0-16,-36-18 1,18-17 0,1 0-1,-36 17 1,-36 18 62</inkml:trace>
  <inkml:trace contextRef="#ctx0" brushRef="#br0" timeOffset="-199150.25">16845 2822 0,'-35'0'62,"17"35"-31,-17-35-15,35 18 0,-18 17-1,-17 1 1,0-19 0,35 19-1,-36 69 1,36-69-1,0 17 17,0 0-17,0-18 1,0 18 0,0-36-1,18 19 1,17-1-1,-17-17 1,17 17 0,1 0-1,-19-35 1,18 35 0,1-35-1,-19 18 1,19-18 15,-19 0-15,54 0-1,-53 0 1,17 0 0,-18 0-1,19-18 1,-1 18-1,-17 0 1,17-17 0,0-19-1,18 1 1,-18 35 0,-35-17-1,18-36 1,17 53-1,1-71 17,-36 36-17,35 0 1,-35 17 0,0-17-1,0-1 1,0 19-1,0-19 1,0-16 0,0-1 15,0 17-15,-18 19-1,-17-19 1,35 1 15,-18 17-15,-17 18-1,17-35 1,18 18 0,-70 17-1,52-36 1,-17 36-1,17-35 1,-17 35 15,0 0-15,17-18 0,-17 18-1,0 0 1,17 0 15,-17 0-15,-18 0-1,17 0 1,19 36 0,-19-1-1,-16 0 1,-1 0-1,0 36 1,17-18 0,-16 18-1,16 17 1</inkml:trace>
  <inkml:trace contextRef="#ctx0" brushRef="#br0" timeOffset="-198265.88">16898 3281 0,'0'0'0,"0"-18"16,0-17 0,0 0-1,0 17-15,0-17 16,0 17-1,0-17 1,0 0 15,35 17 1,-35 88 77,0 1-93,0-18-1,0 35 1,0-70 15</inkml:trace>
  <inkml:trace contextRef="#ctx0" brushRef="#br0" timeOffset="-197751.1">17057 3210 0,'-18'18'31,"18"17"1,0-17-17,18 17 1,-18 0 0,17-17-1,19-18 16,-1-18-15,-17-17-16,17-35 16,-35 34-1,35-17 1,-35 0 0,0 18-1,-17 0 1,-19 0-1,19 35 17,-19 0-17,-17 35 1,18 35 0,35-17-1,0-17-15</inkml:trace>
  <inkml:trace contextRef="#ctx0" brushRef="#br0" timeOffset="-196518.77">17286 2752 0,'0'-18'157,"18"-17"-142,70-36 17,35-70-1,-52 123-16,0-87 1,-1 34 0,36-17-1,17 0 1,-52 35 0,-36 0-1,-35 35 1,35 18-1,-70 18 48,-18 17-47,36-35-16</inkml:trace>
  <inkml:trace contextRef="#ctx0" brushRef="#br0" timeOffset="-195566.23">17286 2646 0,'0'35'79,"-18"-17"-64,-17 17 16,18 0-15,52-35 78,0-17-79,-17 17 1,-18-36 78,0 19-47,-36-19-32</inkml:trace>
  <inkml:trace contextRef="#ctx0" brushRef="#br0" timeOffset="-193037.18">17868 2452 0,'0'35'78,"0"-17"-62,0 17-16,0 0 31,0 1-15,0-54 62,0-17-63,0-18 1,0 35 0,18 18-16,-18-35 15,17 0 17,19 35-17,-1 0 16,-17 0-15,17 17 15</inkml:trace>
  <inkml:trace contextRef="#ctx0" brushRef="#br0" timeOffset="-191587.68">18292 2540 0,'-36'-35'32,"1"17"15,17 18-32,-17 0-15,0 0 16,35 18-1,-18 17 1,18-17 0,18 17 15,17-35-15,0 0-1,-17 0 1,-18-35-16,35 35 15,-35-18-15,0-17 16,0 52 78,36 1-79,-36 17 1,17-35 0,18 0-1,-17 0 1,17-17 0,-35-1-1,36-17-15,-36 17 16,0-17 31,0 52 0,0 36-16,0-35-16,17-18 1,-17 35 0,36-35-1,-1-17 17,-18-36-17,19 17 16,-1 36-15,-35-17-16,18 17 16,17 0 15,0 0 0,-17 35 0,-18-17-15,0 17 0,0 0-1,-35-35 17,52 18 46,18 17-63,54 71 17,-54-53-17,-35-18 1,-18 53-1,-17-52 1,-18-1 0,18-35-1,0 0 1,17 0 0,-17 0-1,-1 0 1,36-106-1,0 88 1</inkml:trace>
  <inkml:trace contextRef="#ctx0" brushRef="#br0" timeOffset="-191238.38">18450 2222 0,'-35'0'110</inkml:trace>
  <inkml:trace contextRef="#ctx0" brushRef="#br0" timeOffset="-188892.22">16651 3510 0,'-18'0'109,"-17"35"-93,35 1-1,-17-1 1,-19-35 0,1 35-1,0 1 1,-53 52 0,52-71-16,-17 54 15,0-18 1,18 17-1,-88 36 1,70-53 0,0-18-1,18 18 1,-18-17 0,17-19-1,1 19 16</inkml:trace>
  <inkml:trace contextRef="#ctx0" brushRef="#br0" timeOffset="-188073.6">15804 4233 0,'0'36'78,"0"17"-63,0-1 17,0-34-1,89-53 31,-54 35-46,-35-35 0,18 35-1,-36-36 63,0 36-62,-17-17 0,17 17-1,-17 0 16</inkml:trace>
  <inkml:trace contextRef="#ctx0" brushRef="#br0" timeOffset="-186574.54">15857 4357 0,'-35'0'47,"17"0"-32,-34 0 1,-1 0 0,0 0-1,0 17 1,17-17-16,-16 36 16,-19-19-1,18 19 1,-17 17-1,34-18 1,-17 18 0,18-36-1,35 19 1,-35 17-16,35 17 31,0-17 0,0-18-15,17 1 0,54 69-1,-18-52 1,-35-17 0,87-1-1,-87-35-15,17 0 16,53 35-1,-35-35 1,0 0 0,0 0-1,35-17 1,-35-19 0,0 1-1,0 0 16,-35-18-15,35 18-16,-18-1 16,-17 1-1,-18-18 1,35 0 0,-35-35-1,0 70 1,0-17-1,0 0 1,0 17 0,0-35-1,-18 0 1,-17 18 0,17 17-1,-87-17 1,69 0 15,1 17-15,-18 18-1,-17 0 1,34 0-16,-17 0 16,18 0-1,0 35 1,-18 18-1,18 18 1,-1-71 0</inkml:trace>
  <inkml:trace contextRef="#ctx0" brushRef="#br0" timeOffset="-185629.7">15804 4533 0,'-17'0'15,"-36"0"16,53 18-15,-124-18 0,107 0-1,-36 0 1,18 0 0,35 17 15,0 19 0,0 34 0,0-34-15,0-19 0,17-17 46,1 0-46,17 0-1,18 0 1,-18 0-16,18 0 16,0 0-1,0 0 1,-35 0-1,-18 53 1,0-18 0,0 1-1,0-19 1,-71 19 0,54-36-16,-54 35 15,53-35 1,-35 0 15,18 0-15</inkml:trace>
  <inkml:trace contextRef="#ctx0" brushRef="#br0" timeOffset="-183136.91">17480 3387 0,'18'0'78,"-18"35"-63,17-35 1,19 18 0,-1 34-1,0 37 1,18-54 0,18 0-1,-1 1 1,-17-1-1,0 18 17,35 35-17,-70-35 1,35-18 0,35 18-1,-53-18 1,1 1-1,-19-1 1,-17 18 0,36 17-1,16 1 1,-16-36 0,-36-17-1,17 17 1,-17-17-1</inkml:trace>
  <inkml:trace contextRef="#ctx0" brushRef="#br0" timeOffset="-182692.29">18256 4498 0,'88'0'47,"-35"-35"-31,0 35-1,71-36 1,-71 36 0,0 0-1,-89 0 48</inkml:trace>
  <inkml:trace contextRef="#ctx0" brushRef="#br0" timeOffset="-182408.02">18309 4586 0,'71'0'31,"35"-18"0,35-17 0</inkml:trace>
  <inkml:trace contextRef="#ctx0" brushRef="#br0" timeOffset="-173313.66">13970 6632 0,'0'-17'31,"0"-1"0,0-17 1,0-18-1,35 17 0,-17 1 0,17 35-15,-35-17 0,35 17-1,-17 0 17,17 17-1,1 36-16,-36 0 1,0-18 0,0 18-1,0 35 1,0-70-16,-18 53 16,-17-18 15,-1-18-16,1 18 1,-35-18 0,52-35 15,-17-35 0,35-1-15,0 19-1,0-18 1,17-1 0,1 36 31,17 0-32,1 18 32,-19 0-31,18-18-1,-35 35 1,18-35-16,-18 35 16,35-35-1,1 18 1,-19-18-1,-17 35 1,53-35 0,-18 0-1,1-18 1,-19 1 31,-17-19-32,0 1 17,0-18-17</inkml:trace>
  <inkml:trace contextRef="#ctx0" brushRef="#br0" timeOffset="-170615.98">14164 6032 0,'-35'18'31,"-1"-18"-15,19 0 15,-18 0-15,-1 0-16,36 18 16,-35-18-16,-18 0 15,0 0 1,18 35-1,0-35 1,-1 35 0,19-17-1,-19 17 1,1 1 0,0-1-1,-18 35 16,53-17-15,-35 0 0,-1 18-1,36 17 1,0-35 0,0 0-1,0-18 1,0 53-1,18-88-15,-18 71 16,18-1 0,17-17-1,-35-35 1,35 88 0,0-53-1,-17-36 1,-18 19 15,35-1-15,1-18-1,-1 19 1,-17-36 0,17 35-1,-17-35 1,17 0-1,0 35 1,-17-35 0,17 0-1,0 0-15,-17 0 16,17 0 0,-17 0-1,17 0 16,0-17-15,-17 17 0,17-36-1,1 36 1,-19-17 0,36 17-1,-18-36 1,1 1-1,-19 35 1,19-53 0,-1 18 15,0 0-15,-35 17-1,18-17 1,17 17 31,-35-17-32,18 35 1,-18-35 0,35 17-1,-35-17 16,35-1-15,-35 19 0,0-18 15,0 17-15,0-17-1,0-1 1,0 19 15,0-19-15,0 1-1,0 0 1,0 0 15,0 17-15,0-17-1,-17 17 1,-19-17 15,36-1-15,-17 19 0,-19-18 30,36-1-30,-17 36 0,17-17-1,-35 17 1,35-36 0,-36 36-1,36-17 1,-17 17 15,17-36-15,-36 36 15,19-35 31,-19 35-30,36-17-17,-35 17 17,35-36-17,-18 1 32,-17 17 0,0-17-16,17 35 0,-17 0 1,35-35-17,-35 35 1,17 0 31,-17 0-32,17 0 48,-70 17-32,35-17-31</inkml:trace>
  <inkml:trace contextRef="#ctx0" brushRef="#br0" timeOffset="-169084.18">13741 7338 0,'0'17'15,"-36"-17"1,36 36-16,-17-19 31,-19 19-15,36-19 0,-52 36-1,16 35 1,-34 1-1,34-37 1,1 19 0,0-18-1,17 35 1,-17-35 0,35-35-1,-35-18 1</inkml:trace>
  <inkml:trace contextRef="#ctx0" brushRef="#br0" timeOffset="-168733.76">13194 8061 0,'53'0'46,"0"-18"-30,105 18 15,-140 0-15,35 0 0,-53 18 15,-18-18-16</inkml:trace>
  <inkml:trace contextRef="#ctx0" brushRef="#br0" timeOffset="-168466.91">13194 8220 0,'123'-18'63,"-52"18"-47,-53 0-1,52-35 1,1 0-1,-36 35-15</inkml:trace>
  <inkml:trace contextRef="#ctx0" brushRef="#br0" timeOffset="-167834.32">14534 7267 0,'0'18'31,"0"35"16,18 0-32,17 0 1,-17 70 0,17-17-1,1-18 1,-1 0 0,-35-17-1,0-36 1,0-17 15</inkml:trace>
  <inkml:trace contextRef="#ctx0" brushRef="#br0" timeOffset="-167516.38">14534 8008 0,'18'0'32,"123"0"-1,-88 0-16,0-18 1,-18 18 15,-52 18 16</inkml:trace>
  <inkml:trace contextRef="#ctx0" brushRef="#br0" timeOffset="-167284.45">14517 8132 0,'53'0'16,"35"0"-1,35-18 1,-87 18 15,-1 0-15</inkml:trace>
  <inkml:trace contextRef="#ctx0" brushRef="#br1" timeOffset="-161621.23">12577 6685 0,'0'0'0,"35"0"94,53 0-63,-53 0-16,53 0 1,-70 18 0,106-18-1,-72 0 1,1 17 15,0-17-15,0 0-1,-35 0 1,17 0 0,0 0-1,-35-17 110,-17-19-109,17 1 31,53 53 47,-18-18-79,-17 0-15,-18 17 16,35 19-1,-17-36 1,-18 35 15,-71-17-15,18-18 15,18 35-15,0-35-1,35-18 17,0 1-17,0-19 1,17 1 0,-34 35 15</inkml:trace>
  <inkml:trace contextRef="#ctx0" brushRef="#br1" timeOffset="-160548.83">11077 6914 0,'18'0'62,"-18"18"-30,0 53-1,0-36-15,35 0-1,0-52 63,-35-54-62,53-17 15,-17 53 0,-19 35-15,19 0 15,-1 17-15,-18 36 0,-17-18-1,36 18 1,-36-35-1</inkml:trace>
  <inkml:trace contextRef="#ctx0" brushRef="#br1" timeOffset="-160022.41">11571 6879 0,'0'71'78,"0"-36"-63,35 18 17,1-53-1,-19 0-31,19 0 31,-1-53-15,-35 0-1,0 18 1,0-18 0,-18-18-1,-17 71 1,17 0-1,-17 0 1,17 0 0,-17 18-16,35 0 15,0 35 1,18-18 0</inkml:trace>
  <inkml:trace contextRef="#ctx0" brushRef="#br1" timeOffset="-159604.64">11906 6791 0,'0'0'15,"36"35"32,-36 53-31,35-52 0,-35-19 15,35-17-31,-17 0 31,17-17-15,0-54-1,-17 18 1,-18 0 0,0 36-1,0-19 1</inkml:trace>
  <inkml:trace contextRef="#ctx0" brushRef="#br1" timeOffset="-159138.95">12188 6809 0,'0'35'15,"53"18"17,-35-18-1,17-35-16,1 0 1,-19 0 0,18-18-1,1-34 1,-36-1 0,0 17 15,-18 1-16,-35 0 1,18 35 0,0 0-1,17 35 1,-17 71 0,35-71-16</inkml:trace>
  <inkml:trace contextRef="#ctx0" brushRef="#br0" timeOffset="-72770.69">15346 5203 0,'-35'0'31,"17"18"94,-17 17-94,-1-35-15,36 36-1,-17-19 1,-19-17-16,1 36 16,18-1-1,-19-18 1,19 19-1,-19 17 1,1-18 0,0 18 31,17-18-32,-17-17 1,0 17-1,17 0 1,18-17 0,-35 17-1,17-35 1,18 18 0,-35 17-1,-1 0 16,19-17-15,17 17 0,-35-35 15,-1 53-15,19-35-1,17 17 1,-36-35-1,36 18 1,-35 17 0,35 0 15,-18-35-15,-17 18 15,35 17 31,-17-35-30,17 36 124,-36-19-109,1-17 0,35 36-1,0-54 64,18-35-79,-18 0 0,0 18 1,0-1 14,0 54 111,0 35-142,0-35 1,0 17 15,0 0-15,0 18-1,0-35 1,-36-18 0,36 35-1,18-35 79,0-18-78,17 1-1,0 17 32,-17-35-31,17 35 15,-35-36 110,-18 1-110,18 17 0,-17 18-15,17-35-1,-35 0 1,-1 35 172</inkml:trace>
  <inkml:trace contextRef="#ctx0" brushRef="#br0" timeOffset="-52049.63">15804 3210 0,'0'18'140,"-17"-18"-124,-18 35-1,-36 0 17,18 1-17,18-19 1,-18 19 0,0-1-1,18 0 1,-1 0-1,36-17 17,-17-18-17,17 35 48,0 1-32,35-36 0,0 17-15,-17-17 0,17 36-1,-17-36 1,17 0-1,0 17 1,-17-17 0,17 36 15,-52-36 94</inkml:trace>
  <inkml:trace contextRef="#ctx0" brushRef="#br0" timeOffset="-51111.15">15381 3669 0,'0'18'172,"18"17"-126,-1-18-14,19-17-17,-1 36 1,-17-1 0,17-35-1,-18 0 1,19 18-1,-1-18 48,-70 35 124</inkml:trace>
  <inkml:trace contextRef="#ctx0" brushRef="#br0" timeOffset="-44864.15">18239 3210 0,'0'18'171,"35"17"-155,35-17 15,-34 17-15,-1 0 0,-17-35-1,17 18 1,-17 17-1,-18 1 1,35-36 0,0 17 15,-17 18 0,17-35-15,0 36 15,-17-36 16,-18 17-31,0 19 93,-35-1-78,-1-35-15,19 18 15,-19 17-15,19-35-1,17 35 1,-35-17 0,-1 17-1,19-35 1,17 18-1,-36-18 1,-34 0 203</inkml:trace>
  <inkml:trace contextRef="#ctx0" brushRef="#br0" timeOffset="-38802.35">15910 5098 0,'0'17'125,"36"19"-94,-1-19-15,-18 54 15,54-18 1,-36-18-17,-17 0 1,17-17-1,-35 35 1,53 0 0,-18-18-1,-17 0 1,17 1 0,-35-1 15,36 0-16,-19 0 1,19 18 0,-1-17-1,-35-1 1,17-18 0,19 19-1,-1-1 1,0-17 15,-17 17-15,17 0 15,-35 0-15,35-35-1,-17 71 16,17-53 1,-35 17-17,0 0 1,36-35 0</inkml:trace>
  <inkml:trace contextRef="#ctx0" brushRef="#br0" timeOffset="-38223.3">16475 6174 0,'0'0'0,"53"0"156,17-36-140,18 36-1,1-35 1,-19 35 0,18 0-1,-17-35 1,-53 35-1,34 0 1,-34 0 0,17 0-1,-52 0 63</inkml:trace>
  <inkml:trace contextRef="#ctx0" brushRef="#br0" timeOffset="-37677.04">16545 6227 0,'18'35'63,"17"-35"-48,0 0 17,71 0-17,-18 0 1,107-18-1,-90 18 1,-52 0 0,-17 0-1,-1 0 1,0 0 0,-53 0 77</inkml:trace>
  <inkml:trace contextRef="#ctx0" brushRef="#br0" timeOffset="-928.04">14728 9560 0,'-52'0'31,"16"0"1,-17 36-1,36-36-15,17 35-1,-36-18 1,36 19-1,0-19 1,0 36 0,0-17-1,36-1 1,-1 0 0,0 0-16,1-35 15,52 0 1,-71 0-1,36-17 1,-35-36 0,-18 18-1</inkml:trace>
  <inkml:trace contextRef="#ctx0" brushRef="#br0" timeOffset="-145.13">14958 9031 0,'0'0'32,"0"35"15,0 71-32,0 0 1,0 35-1,0-17 1,0-36 0,0-18-1,0-52-15,0 35 16,0-18 0,0-52 46,17-72-31,-17 36-15,36 18 15,-36 18-15,17 17-1,19 0 1,-1 0 15,-17 17-15,-18 1 0,35 35-1,0-18 1,-35 0-1,0 1 1,0-19 0</inkml:trace>
  <inkml:trace contextRef="#ctx0" brushRef="#br0" timeOffset="320.95">15328 9737 0,'53'0'31,"-106"0"-31,177 0 31,-54-53 0,-35 17 1,-35 19-17,-17-18 1,-1 35-1,-17 0 1,-36 0 0,71 17-1,-35-17-15,35 71 16,-35-18 0,35-18-1,17 35 1,1-70-1,35 36 1,0-36 0,17 0-1</inkml:trace>
  <inkml:trace contextRef="#ctx0" brushRef="#br0" timeOffset="2120.04">16034 9790 0,'0'-71'32,"-36"53"-17,1-17 17,18 0-17,-19 35 1,1 0-1,0 0-15,-1 0 16,19 17 0,17 54-1,0-18 1,53 0 0,0-18-1,-18-35 1,0-18-1,-35 1 1,35-18 0,-35-1-1,0 54 48,0 17-48,36 0 1,-36 36 0,0 0-1,0 87 1,-18-69 0,-17-1-1,-18-35 1,-35 35-1,70-88 1,-17 0 0,0-18-1,35-35 1,-18 18 0,18-18-1,0 0 1,0-53-1,88 53 1,0-52 0,-17 52-1,-18 0 1,17 17 0,-52 36-1,-18-17 1,0 52 78,0-17-79,53 17-15,17-35 31,-17 0-15,0 0 0,-17-18-1,-19-52 1,-17 17 0,-17 18-1,-36-1 1,0 1-1,17 35 1,-17 18 0,18-1-1,35 36 17,0 0-17,18-18 1,52-17-1,1-18 1,-36 0 0,18-53-1,53-35 1,-71 35 0,-35 35-1,0 36 48,-17 106-32,52-72 0,0-34-15,-17-18-1,35 0 1,-18-53-16,36-88 31,-71 123-15,0 124 46,17-35-30,36-36-1,18-105 0,-71 34-31</inkml:trace>
  <inkml:trace contextRef="#ctx0" brushRef="#br0" timeOffset="3236.71">17798 9525 0,'-18'0'16,"0"35"15,18-17 0,-35 52-15,35-52-1,0 17 1,18 1 0,-1-19-1,36-17 1,0 0-1,-18-17 1,1-36 0,-1 17-1,-35 1 1,-35-18 15,-18 18-15,-18 35-1,18 0 1,18 35 0,0 36-1,35-36 1,17 0 0,36-35-1</inkml:trace>
  <inkml:trace contextRef="#ctx0" brushRef="#br0" timeOffset="4104.29">18715 9119 0,'17'-17'47,"36"17"-32,18 0 1,0 0 0,-19 0 15,-16 0-15,-36 88 30,-18-35-30,-17 0 0,35 53-1,-35-18 1,35 18 0,-36-54-1,36 1 1,0-17 15</inkml:trace>
  <inkml:trace contextRef="#ctx0" brushRef="#br0" timeOffset="4502.56">18715 9490 0,'70'0'31,"124"0"1,-105 0-1,-107 0 78,-35 0-109</inkml:trace>
  <inkml:trace contextRef="#ctx0" brushRef="#br0" timeOffset="12264.46">17427 11201 0,'0'17'62,"35"36"-30,-35-17-17,0-72 63,0 1-62,0-18-16,0 0 31,0 18 0,18 35-15,17 0 15,1 0-15,-19 0 0,19 0-1,-19 0 1</inkml:trace>
  <inkml:trace contextRef="#ctx0" brushRef="#br0" timeOffset="13597.58">17903 11165 0,'0'-17'31,"0"-1"1,-17 18-17,-1 0 1,-17 0-1,17 0-15,-17 35 16,35-17 0,0 53-1,0-1 1,0-35 0,35-35-1,18 0 1,-18 0-1,1-35-15,-36 0 16,35 0 15,-35-36-15,0 124 62,0-18-62,18 1-1,17-1 1,0-35 0,-17-18-1,17-52 1,-35 17-1,18 17 1,-18 54 62,0 35-62,0-18-1,0 1 1,35-1 15,0-35-15,-17-18 0,-18-35-1,35 18-15,-35-18 16,36 18-1,-19 35 1,18 0 0,18 17 15,-53 36-15,0 0-1,0-17 1,0-1-1,-17-18 1,34-17 62,36 0-62,-17 0-16,87 142 15,-35 34 17,-88-123-1,-35 0-15,0 0-1,-18-18 1,0 0-1,0-35 1,35 0 0,-17-17-1,-36-54 1,71 36 0</inkml:trace>
  <inkml:trace contextRef="#ctx0" brushRef="#br0" timeOffset="13880.67">18186 10954 0,'0'-36'15,"-53"54"48</inkml:trace>
  <inkml:trace contextRef="#ctx0" brushRef="#br0" timeOffset="16495.44">16722 12083 0,'0'-53'31,"0"-18"0,0 36 1,-18 53 30,18 34-46,0 1-1,0 0 1,0-17 0,0 16-1,18-87 32</inkml:trace>
  <inkml:trace contextRef="#ctx0" brushRef="#br0" timeOffset="16961.82">16792 12012 0,'0'0'16,"0"53"15,0 0-31,35 0 31,1 17 1,-1-34-17,-17-36 1,17 0-1,-35-18 1,35-17 0,-17-18-1,-18 0 1,0 0 0,-35 18-1,17 35 1,18-36-16,-35 36 15,-1 18 1,1 17 0,35 1-1,0 17 1</inkml:trace>
  <inkml:trace contextRef="#ctx0" brushRef="#br0" timeOffset="17411.58">17410 12435 0,'0'36'32,"52"52"-1,-16-18-16,17-17 1,0 18 0,-18-53-1,0 34 1,-35 1-16,35-17 16,-35-19-1,36 19 1,-36-1 15</inkml:trace>
  <inkml:trace contextRef="#ctx0" brushRef="#br0" timeOffset="17761.41">17639 13053 0,'35'0'31,"89"-18"1,-36 18-1,-35 0 0</inkml:trace>
  <inkml:trace contextRef="#ctx0" brushRef="#br0" timeOffset="18061.72">17692 13194 0,'53'-18'47,"70"-17"-16,-88 35-31,18 0 31</inkml:trace>
  <inkml:trace contextRef="#ctx0" brushRef="#br0" timeOffset="52400.62">16704 11747 0,'-35'0'62,"-1"0"48,19 0-79,-18 0-16,17 0 17,-17 36-17,35-19 1,-36-17 0,36 36-1,-17-19 1,-19 19 15,36 17-15,-35-53-1,35 35 1,-17 18 0,17-18 15,0-17-16,0 17 17,0 0-17,0-17 1,0 17 0,0-17 15,0 17-16,0 0 1,0-17 15,0 17-15,35-35 0,-35 18-1,17-18 16,19 35-15,-1 0 0,-17-35-1,-18 18 1,35-18 0,0 35-1,-17-35 1,17 0-1,-35 36 1,18-36 0,17 0-1,0 0 1,-17 0 31,-18 17-32,35-17-15,-17 0 32,17 0-17,0 0 17,-17 0-17,17 36 16,1-36-15,-19 0 0,19 0 15,-19 0-15,18-18 30,1 18-30,-19-18 15,19 18-15,-36-35 0,17 35-1,-17-18 1,36 18-1,-36-35 1,35 35 0,-18-35 15,-17 17-15,36 18-1,-36-35 16,0 17 1,17-17-17,-17 0 17,0 17-1,0-17-16,36-1 17,-36 19-17,0-18 17,0 17-17,0-17 32,0-1-31,0 19 15,-18-19-15,18 19 15,-18 17-16,18-35 1,-35 35 0,35-36-1,-18 36 17,18-17-17,-35 17 1,0-36 31,17 36-16,18-35-15,-35 35 15,35-18 0,-18 18-15,-17-35 46,0 35-15,35-35-16,-18 35-15,-17 0 31,0 0-32,17 0 64,-17 0 30,17 0 0,-17 0-31,-1 0 1,19 0-1,17 17-31,-35-17 31,17 0 0,18 36-63,-35-36 64,35 17-48,-36-17 0,36 36 16,0-72 0</inkml:trace>
  <inkml:trace contextRef="#ctx0" brushRef="#br0" timeOffset="54830.35">17339 11095 0,'-35'0'47,"-1"0"-16,-34 0 1,35 0-17,-18-18 1,0 18 0,18 0-1,-18 0 1,17 0-1,19 0 1,-19 0 0,-17 0-1,1 0 1,16 0 0,1 0-1,0 0 16,17 0 16,18 18 31,0-1-46,0 19-17,0-1 1,0-17 0,0 35-1,35 0 1,-35-1-1,0 1 17,0-17-17,36 17 1,-36-1 0,0-16-1,0 17 1,0 0-1,0-18 1,0-18 0,0 19-1,0-1 32,0-53 31,0-35-62</inkml:trace>
  <inkml:trace contextRef="#ctx0" brushRef="#br0" timeOffset="55702.97">16616 11606 0,'0'0'0,"17"0"110,19 18-79,-36 0-15,17 17-1,-17 0 1,0-17-1,36-18 1,-36 35 0,17-53 93,19-17-93,-1-53 15,0 35-15,-35 35-1,-18 18 110,1 0-109,-54 0 15,54 0 0,-19 0-15</inkml:trace>
  <inkml:trace contextRef="#ctx0" brushRef="#br0" timeOffset="61422.23">16475 12471 0,'-18'35'187,"-17"-35"-171,17 18 0,-17 17-1,0 0 1,17 0 0,-17-17-1,-1 17 1,1-35-16,17 36 15,18-19 1,-52 19 0,16-1-1,1 18 17,35-36-17,-18-17 1,18 36-1,-35-36-15,35 17 16,-35 19 0,17-36 15,18 35-15,-35-18 15,17 19 0,-17-36 32,35 35-48,-35-35 16,17 18 63,18 17-63,-35-35 1,35-18 249,0 1-250,0-19 0,0 54 110,0 0-110,0 17 1,17-35 30,1 0-31,35 0-15,-18-18 0,-52 18 93,17-35-78,-18 35 0</inkml:trace>
  <inkml:trace contextRef="#ctx0" brushRef="#br0" timeOffset="63652.4">15804 13229 0,'-35'0'47,"0"-35"-31,17 35-1,-35 0 1,18-18 15,0 18-15,17 0 15,-17 0-15,0 0-1,17 0 1,-17 0 0,-1 36-1,1-36-15,0 35 16,0-18 15,17 19-15,-17-1-1,-1 0 17,1-17-17,35 17-15,0 0 16,-18-17 15,18 17-15,-35 1 15,35 34-15,0-52-1,0 17 17,0-17-17,0 17-15,0 0 31,0-17-15,18-18-16,-1 35 31,-17-17-15,36-18 15,-36 35-15,35-35-16,-35 35 15,18-17 1,17-18 0,18 35 15,-18-35-15,0 36-1,-17-36 1,17 0-1,-17 0 1,17 17 0,0-17-1,1 0 1,-1 0 31,18 0-32,-35 0 1,17 0 0,-17 0-1,34 0 1,-16 0 0,-19 0-1,19-35 1,-1 0-1,-17 17 1,17-17 15,0 0-15,-17 17 31,-18-17-32,0-1 1,0 19 0,0-19-1,0 1 1,0 0 0,0 0-1,0-1 1,0 1 15,0 0-15,0 17-1,0-17 1,0 17 31,0-17-32,0 0 17,0 17-17,-36-17 17,1 35-17,18-36 16,-36 36-15,17-17 0,19 17-1,-36 0 1,18 0 15,17 0 0,-17 0-31</inkml:trace>
  <inkml:trace contextRef="#ctx0" brushRef="#br0" timeOffset="65158.7">15769 13388 0,'-17'0'93,"-1"0"-77,-35 0 0,18 0-1,-1 0 17,19 0 14,-19 0 33,36 35-48,0 0-16,0-17 1,0 17 0,18-35 46,35 0-31,0 0 1,-18 0-17,-17 0 17,17 18-1,-35 17-16,0 1 1,35-19 0,-35 18-1,0 1 1,-17-19 15,-36 19 16,0-36-16,35 0-15,-17 0 0,0-18-1,17 18 16,18-18-15</inkml:trace>
  <inkml:trace contextRef="#ctx0" brushRef="#br0" timeOffset="67810.42">15275 13917 0,'-17'0'94,"-1"18"-63,18 17-16,-35-17 17,-1 17-17,1 0 1,18-17 0,17 17-1,-36 0 1,-34 18-1,70-17 1,-18-19 0,-17 18-1,17 1 1,-52-19 0,34 19-1,1-19 16,0 19-15,17-1 0,-17-35-1,17 18 1,-17 17 0,35 0-1,-35-17-15,-1 17 31,19 0-15,-19-35 0,1 36-1,35-19 1,-17-17 0,17 35-1,-36-35 1,36 18-1,-17-18 17,17 35-17,0-70 95,0 17-95,0-52 17,-18 88 61,18 17-61,-18-18-17,18 19 16,36-36 32,34-18-32,-70 0 47,-35-17-46,35 18-17,-18 17 1</inkml:trace>
  <inkml:trace contextRef="#ctx0" brushRef="#br0" timeOffset="70998.34">14552 15011 0,'0'-18'0,"-18"18"94,18-35-63,-35 35-15,18-18 15,-36-17 0,17 35 0,1 0-15,17 0 0,-35 0-1,36-35 1,-18 35-1,-1 0 17,19 0-17,-19 0 1,1 17 15,17-17-15,18 35-16,-35-35 15,35 18 17,-35 17-17,17 1 1,-17 17 0,35-36-1,-35 19 1,-1-1-1,36-18 1,-17 19 0,-18-1-1,35 0 1,0 1 0,-18-19-1,18 18 1,0 1-1,0-19 1,0 19 15,0-19-31,0 19 16,0-1 0,0-18-1,0 19 16,35-1-15,-35-17 0,35-18-1,-35 35 1,18-17 0,17 17 15,-17 0 16,17-35-32,1 18 17,-19-18-17,18 0 1,-35 35-1,18-35 1,17 0 0,1 0-1,-19 0 1,19 0 0,-19 0-1,18 0 1,1 0-1,-19 0 17,19 0-17,-36-18 1,17 18 0,19-35-1,-1 35 1,-35-17-1,18 17 1,-18-36-16,35 36 16,0-17-1,-17 17 1,-18-36 0,35 36-1,-35-35 1,18 17-1,17 18 17,-35-53-17,35 18 1,-35 18 0,0-19 15,35 1-16,-35 17 1,0-17 15,0 17-15,0-17 15,0 0-15,0 17-1,0-17 1,-17 17 31,17-17-16,0 0 0,-35 17-15,35-17 15,-36 0 1,19-1-1,-19 36-16,36-17 17,-35 17-17,0 0 1,-18 0 0,18 17-1</inkml:trace>
  <inkml:trace contextRef="#ctx0" brushRef="#br0" timeOffset="72064.67">14411 15275 0,'0'-17'93,"35"-19"-61,1 36-17,-19 0 16,18 0 1,-35 18-32,0 35 31,-17 70-15,-36-70-1,0-17 1,35 16-1,-17-52 1,0 0 15,17-17-15,18-1 0,35 18 62,1 0-47,-19 0-15,19 35-1,-1-35 1,-17 0 15,17-17-15</inkml:trace>
  <inkml:trace contextRef="#ctx0" brushRef="#br0" timeOffset="73113.64">13882 15628 0,'-18'18'110,"1"-1"-95,-72 54 17,1 17-1,18 18-15,17-53-1,17 0 1,19 0-1,-19 0 1,36-18 0,-35-35 31</inkml:trace>
  <inkml:trace contextRef="#ctx0" brushRef="#br0" timeOffset="73516.55">13194 16245 0,'0'0'0,"53"0"16,-18 0-16,53 0 31,0 0-16,-52 0 1,-1 0 0,0 0 15,-52 0 31</inkml:trace>
  <inkml:trace contextRef="#ctx0" brushRef="#br0" timeOffset="73780.61">13212 16404 0,'35'0'31,"35"0"-15,-34 0 0,17 0-1,-1 0 1,54 0-1,-88 0 1</inkml:trace>
  <inkml:trace contextRef="#ctx0" brushRef="#br0" timeOffset="75840.11">14552 15716 0,'0'-35'47,"18"35"140,35 0-171,-18 18-1,-17 35 1,17-1 0,0 1-1,0-17 1,36 17-1,-36-18 1,0 35 0,1-17-1,-36-35 17,17-18-32,-17 35 15,36-35 32</inkml:trace>
  <inkml:trace contextRef="#ctx0" brushRef="#br0" timeOffset="76328.76">14799 16228 0,'0'0'0,"35"0"47,71-18-16,0 18 0,0 0 1,-53 0-17,-53-35 16,-36 52 16</inkml:trace>
  <inkml:trace contextRef="#ctx0" brushRef="#br0" timeOffset="76691.09">14887 16316 0,'53'0'47,"88"0"-16,-70 0 1,-36-18-1</inkml:trace>
  <inkml:trace contextRef="#ctx0" brushRef="#br0" timeOffset="85690.8">16880 15134 0,'18'0'203,"35"0"-188,-18 0 17,-17 0-17,17 0 32,-17 0-16,-18 35 1,0 1-1,0-19-15,0 19-16,0-19 15,0 19-15,0 16 16,0 1-1,0 18 1,0-18 15,0 17-15,0-34 0,0-54 62,0-17-78</inkml:trace>
  <inkml:trace contextRef="#ctx0" brushRef="#br0" timeOffset="86340.83">16933 15399 0,'36'-36'125,"-1"36"-110,71 0 1,-71 0 15,18 0-15,-35 0 15,-54 0 204</inkml:trace>
  <inkml:trace contextRef="#ctx0" brushRef="#br0" timeOffset="88824.69">17127 14640 0,'-17'36'47,"-19"-36"-15,-16 0-17,-19 0 16,18 35-15,18-35 0,-18 0-1,0 0 1,18 35 0,-18-35-1,0 18 1,-35 17 15,-1 0-15,72-17 15,-18 17-15,35 18-1,-36-18 1,1 1-1,35 17 1,-18 0 0,18 17-1,0 18 1,0-35 0,18 18-1,17-18 1,-17-18-1,17 0 1,0 18 0,1-18 15,-1 18-15,18 0-1,-18-53 1,18 36-1,-35-36 1,17 35 0,0-35-1,-17 0 1,17 0 0,0 17-1,54-17 1,-72 0-1,19 0 1,-19 0 0,19 0 15,-1 0-15,-18 0-1,19-17 1,-1 17-1,18-18 1,-18-17 0,-17 35-1,17-35 1,-35 17 0,18 18-16,-18-35 15,35-1 1,0 19-1,-35-19 1,36-16 0,-19 16 15,-17 1-15,0 17-1,0-17 1,0 17-1,0-17 1,0 0 0,0 17-1,0-88 1,0 89 0,0-18-1,0-1 1,-35 36-1,35-17-15,-35-36 32,35 17 15,-36 1-32,36 17 1,-17 18-1,17-35 1,-36 35 0,36-35-1,-17 35 17,17-18-17,-35 18 1,-1-35 15,19 35 0,17-35 1,-36 35-17,1 0 16,35-18-15,-18 18 0,-17 0 15,18 0 0,-19 0-15,1 0-1,17 0 1,-17 0 0,17 0-1</inkml:trace>
  <inkml:trace contextRef="#ctx0" brushRef="#br0" timeOffset="89970.33">16669 15787 0,'0'35'156,"-18"53"-140,18-35-1,-35 0 1,0-18-16,17 18 16,-17 18-1,-1-18 17,36 0-17,-35-53-15,35 35 16,-18 0-1,18 1 1,-35-36 47</inkml:trace>
  <inkml:trace contextRef="#ctx0" brushRef="#br0" timeOffset="90472.37">16192 16404 0,'53'0'63,"0"0"-32,18 0-15,-36 0-16,18 0 15,0 0 1,-35 0 15,17 0-15,-17 0-1,-18 35 1</inkml:trace>
  <inkml:trace contextRef="#ctx0" brushRef="#br0" timeOffset="90871.29">16210 16545 0,'18'0'63,"17"0"-47,36 0-1,-18 0 1,-1 0-16,-34 0 15,88 0 1,-53 0 0,-18 0 15,-17 0 16</inkml:trace>
  <inkml:trace contextRef="#ctx0" brushRef="#br0" timeOffset="91950.99">17268 15734 0,'36'18'125,"-1"-1"-109,-17 18-1,17 18 1,-35-35-1,35 35 1,-35 0-16,18-53 16,17 70-1,-17-17 1,35 0 0,-53-35-1,53 17 1,-18 0-1,-17-17 1,17 17 0,-35-17-1,35 17 1,-35 1 15,0-19 16</inkml:trace>
  <inkml:trace contextRef="#ctx0" brushRef="#br0" timeOffset="92466.63">17568 16475 0,'36'0'78,"69"-18"-46,19-17-1,-89 35-15,36 0-1,-1 0 1,-52 0-1,-53 0 64</inkml:trace>
  <inkml:trace contextRef="#ctx0" brushRef="#br0" timeOffset="92835.9">17639 16563 0,'53'0'32,"17"0"-17,-17 0 1,18 0 0,-54 0-16,19 0 15,-1 0 1,-53 0 46,-17 53-46</inkml:trace>
  <inkml:trace contextRef="#ctx0" brushRef="#br1" timeOffset="100768.71">17445 15363 0,'-18'0'16,"53"0"93,18 0-93,-17 0-16,70 0 31,-71 0-15,-18 0-16,19 0 16,70 0-1,-54 0 1,1 0-1,0 18 1,53-18 15,-35 0-15,-18 0 0,0 0-1,35 0 1,-71 0-1,36 0 1,0 0 0,-18 0-1,54 0 1,-72 0 0,19 0 77,-107-18-30,36 18-63</inkml:trace>
  <inkml:trace contextRef="#ctx0" brushRef="#br1" timeOffset="101588.54">17515 15293 0,'-17'0'16,"17"-18"77,0-17-77,53-18 15,0 35-15,0-17 0,-53 53 62,-36-1-63,-34 36 17</inkml:trace>
  <inkml:trace contextRef="#ctx0" brushRef="#br1" timeOffset="101903.65">17462 15293 0,'-17'0'16,"17"18"47,17 17-32,19 0-16,52-17 1,-53 17 0,1-35-1,-1 0 63</inkml:trace>
  <inkml:trace contextRef="#ctx0" brushRef="#br1" timeOffset="103097.02">18927 15328 0,'35'0'62,"-35"71"-46,0 35 15,0-71-15,0-18-1,17-17 16,-17-52 16,0-1-31,0 17-16,36 1 16,-1 0-1,-17 35 16,17 0-15,-17 0 15,52 106 1,-52-53-17,-18-36 1,0 18-1,35-35 32,-35-35-31,35 35 0</inkml:trace>
  <inkml:trace contextRef="#ctx0" brushRef="#br1" timeOffset="103713.55">19385 15346 0,'-35'17'62,"35"54"-15,0 17-31,35-70 15,53-18 0,-35 0-15,-17 0 0,-1 0-1,-18-71 17,-17 54-17,0-19 1,0 19-1,-35-19 1,0 1 0,17 35-1,-17 0 1,0 0 0,17 18-1,-17-18 1,35 17-1,0 19 1,0-1 0,17-35-1</inkml:trace>
  <inkml:trace contextRef="#ctx0" brushRef="#br1" timeOffset="104220.55">19861 15328 0,'0'35'94,"0"36"-78,0 0 15,36-54 0,-1-17-15,-17 0-1,34-53 17,-16-35-17,-36 35 1,17 36-1</inkml:trace>
  <inkml:trace contextRef="#ctx0" brushRef="#br1" timeOffset="104812.71">20197 15381 0,'0'18'47,"35"52"0,-35-34-31,17-36-1,19 35 1,17-35-16,0 35 15,-18-35 1,18 0 0,0-18-1,-18-17 1,-35 0 0,0 17-1,0-35 1,-18 36-1,-52-19 1,17 36 0,18 0-1,-18 0 17,35 0-17,-17 18 1,-1 35-1,1-18 1,35 1 0,0-19-16</inkml:trace>
  <inkml:trace contextRef="#ctx0" brushRef="#br1" timeOffset="158941.57">15769 14058 0,'0'-17'47</inkml:trace>
  <inkml:trace contextRef="#ctx0" brushRef="#br1" timeOffset="159358.55">15769 14005 0,'0'18'78,"0"0"16</inkml:trace>
  <inkml:trace contextRef="#ctx0" brushRef="#br1" timeOffset="161260.75">15787 14076 0,'0'0'16,"17"0"78,-17 17-79,71 19 16,-18 17 1,-18-18-17,0-17 1,-17 34 0,35-16-1,-35-19 1,-18 19-16,35-1 15,0-17 1,-17 17 0,35-17-1,-53 17 1,35 0 0,0-17-1,-35 17 1,36 0-16,-19-17 31,-17 17 0,36-35-15,-36 35 0,35-35-1,-35 18 1,17-18-1,-17 35 1,36-35 0,-36 18-1,35 17 1,-35 1 15,18-36-15,-18 17 46,-36-17 48,1 0-79,17-53 0,-34 18 0,52 0 1,35 35 77,-18 17-78,19-17-15,-36-17 93,35-19-77,-35-16-1,0-1-16,0 88 79,-18 18-63,18-18 1,-35-35 30,35 18-31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0:45:16.90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22648 3263 0,'0'18'78,"-35"35"-62,35-18 15,0 0-31,-35 53 31,35-17-15,-18 0-1,18-18 1</inkml:trace>
  <inkml:trace contextRef="#ctx0" brushRef="#br0" timeOffset="133.12">22560 4022 0,'0'0'0,"0"35"16</inkml:trace>
  <inkml:trace contextRef="#ctx0" brushRef="#br0" timeOffset="333.13">22595 4480 0,'0'0'0,"0"53"16,0-18-1,0 36 1</inkml:trace>
  <inkml:trace contextRef="#ctx0" brushRef="#br0" timeOffset="515.75">22595 5168 0,'0'0'0,"0"35"15,0-17 1</inkml:trace>
  <inkml:trace contextRef="#ctx0" brushRef="#br0" timeOffset="649.49">22666 5697 0,'0'0'0,"-18"53"16</inkml:trace>
  <inkml:trace contextRef="#ctx0" brushRef="#br0" timeOffset="816.36">22666 6279 0,'0'89'16</inkml:trace>
  <inkml:trace contextRef="#ctx0" brushRef="#br0" timeOffset="1000.95">22754 6773 0,'0'71'31,"0"-18"-15,0-18 0,0 0-1,18-35-15</inkml:trace>
  <inkml:trace contextRef="#ctx0" brushRef="#br0" timeOffset="1215.77">22842 7391 0,'0'0'0,"0"141"16,36-106-1,-36 106 1,35-53 0,-35-52-1,0 17 16</inkml:trace>
  <inkml:trace contextRef="#ctx0" brushRef="#br0" timeOffset="3214.17">24483 3581 0,'0'17'47,"0"36"-31,0-17-16,-18 140 31,18-123-15,-35-18-16,35 0 15,0-17 1,0-53 15,17-71-15,-17 71-16,36-71 15,-36 35 1,0 36 0,0 53 46,35 105-31,-17-88-31,17 54 32,71-37-17,-36-16 1,-17-36 0,0-53-1,-35-35 1,17-36-1,-35 1 1,0-54 0,0 107-1,0 34 1,0 54 46,0 35-62</inkml:trace>
  <inkml:trace contextRef="#ctx0" brushRef="#br0" timeOffset="4714.13">25118 3757 0,'-18'0'32,"18"106"-1,0-36 0,71-34 0,-1-89 1,-70 18-17,0-18 1,0-36-1,-35 89 1,0-35 0,-1 53-1,1 17 1,35 0 0,0 1-1,35-36 1,18 0-1,-17 0 1,-19 0 0,54-18-1,-36 18 1,0 0 0,1 18-1,-36-1 1,0 36-1,0-18 1,53-105 62,-18 35-62,18 35 15,-18 35 0,-35 18-15,18-53-16,-18 17 16,70-87 62,-35 35-63,1 35 1,17 0 15,-53 35-15,17 0-1,36-35 1,18-17 15,17-36-15,-88 17 0,35-17-1,-35 18 1,-17 35-1,-1 18 1,-17 52 0,-1 1-1,36-53 1,18-18 0,17 0-1,18 0 1,0-18-1,0-17 17,18-36-17,-36 71 17,18 0-17,0 35 1,0 1-1,-18-1 1,0-35 0,-35 35-16,0 0 31,-17-35-15,-1 18-1,-17-18 1,-1 35-1,19-35 1</inkml:trace>
  <inkml:trace contextRef="#ctx0" brushRef="#br0" timeOffset="8013.57">24606 5521 0,'0'18'63,"0"17"-48,0 35 16,0-17-15,0 0 0,-35-17-1,35-54 32,0-53-31,0 1-1,0-36 1,0 35-16,0-17 16,0 0 15,18 53-15,-1-1-1,36 36 1,-18 0-1,1 18 1,-19 0 0,-17 35-1,36 70 1,-36-35 0,0 18-1,35-18 1,-35-35-1,0-17 1,35-36 15,-35-53 1</inkml:trace>
  <inkml:trace contextRef="#ctx0" brushRef="#br0" timeOffset="8645.7">24606 5592 0,'18'0'47,"35"-36"-32,17 1 1,-34 17 0,52 18-1,-53 0 17,-17 0-17,17 53 16,-35 18-15,0-18 0,35-18-1,-17-70 32,17-18-31,-35-18-1,35 18 1,-17 53-16,-18-35 16,35 35 15,1 35-15,-36 18-1,35 35 1,-17-52-1,17-1 1,0-35 15,0-35-15,-17-18-16</inkml:trace>
  <inkml:trace contextRef="#ctx0" brushRef="#br0" timeOffset="9111.5">25647 5574 0,'0'-35'15,"0"-1"16,-106 19 1,53 17-17,-17 53 1,34 17 0,36-35-1,0 1 1,71-36-1,-18-18 1,-18 0 0,0 18-1,1 0 17,-36 36-17,35 17 1,0-18-1,0 0-15,18-35 16,0 0 0,-17-17-16</inkml:trace>
  <inkml:trace contextRef="#ctx0" brushRef="#br0" timeOffset="9995.7">26758 5151 0,'35'0'31,"-70"0"47,-35 17-62,34 18-16,-17-35 16,-158 89-1,123-36 1,88-1-16,-36-52 15,36 18 1,0 17 15,36 1 16,52-19-31,0 19-1,18-1 1,-71-35-16,71 35 16,-53-35-1,-18 35 17,-88-35 46,36 0-78</inkml:trace>
  <inkml:trace contextRef="#ctx0" brushRef="#br0" timeOffset="10710.19">27234 5151 0,'36'52'78,"-36"1"-62,0 0-16,0-17 16,0 87-1,0-35 1,0-35 0,0-106 30,0-17-30</inkml:trace>
  <inkml:trace contextRef="#ctx0" brushRef="#br0" timeOffset="11425.95">27129 5062 0,'0'-17'15,"70"-19"17,-17 36-17,0 0 1,0 0-1,0 18 1,-18 35 0,-35 35-1,-70-17 1,17-54 15,-18 19-15,106-36 46,1-36-46,-1 36 0,53 0-1,-70 36 1,70 69-1,-88-34 1,0-18 0,-35 18-1,-18-36 1,17-18 0,-16-17-1,-1 0 1,17 0-1,-17-17 1,36-1 0,70 18 46,0 0-46,-18-35-16</inkml:trace>
  <inkml:trace contextRef="#ctx0" brushRef="#br0" timeOffset="11749.17">27728 5345 0,'36'0'47,"-36"17"-32,0 36-15,0 35 32,0-35-17,0-35 1,35-36 46,-35-17-46,0 0-16</inkml:trace>
  <inkml:trace contextRef="#ctx0" brushRef="#br0" timeOffset="11927.01">27799 5203 0,'18'0'47</inkml:trace>
  <inkml:trace contextRef="#ctx0" brushRef="#br0" timeOffset="12425.55">28275 5521 0,'0'-18'62,"-53"-17"-46,-17 0 0,17 35-1,17 17 1,-16 36-1,16-17 1,36-1 0,18 0-1,52-35 1,-17-17 15,-17 17-15,-19 0-1,19 0 1,-1 35 0,0 0-1,0-35 1,71 35 0,-70-35-1,-36-88 1</inkml:trace>
  <inkml:trace contextRef="#ctx0" brushRef="#br0" timeOffset="13425.09">29404 5045 0,'-53'17'62,"-53"36"-46,53-53 0,-88 106-1,0 0 1,106-53-1,35-36 1,0 19 15,70-19-15,-17 19 0,36-1 15,-1-35-16,18 88 1,-54-88 0,-52 18-1,36-18 1,-36 35 0,17-35-1,19 0 1</inkml:trace>
  <inkml:trace contextRef="#ctx0" brushRef="#br0" timeOffset="13958.06">30551 4992 0,'0'0'0,"0"-53"16,0 18-1,0-54 1,-53 72 0,-36 17-1,37 0 1,-54 17 15,53 54-15,-18 17-1,18 71 1,53 105 0,0-140-1,36-53 1,16-19 0,1-52-1,53-35 1,-53 0-1</inkml:trace>
  <inkml:trace contextRef="#ctx0" brushRef="#br0" timeOffset="15375.13">30533 5503 0,'0'-35'32,"0"17"-17,0-17 1,-53 35 0,35 0-16,-87 35 31,69 18-16,36 18 1,36-18 0,16-53-1,1 0 1,0-18 0,0-17-1,-53-18 1,0 18 15,0 70 16,35 36-31,-17-71-1,35 0 1,0 0-1,-18-18 1,18 18-16,-35-53 16,-18 18-1,0 17 1,0 106 31,0-52-16,35-36-15,0 35-16,-17-35 15,35 0 1,0-35 0,-36-1-1,-17 1 1,0 70 46,89 36-30,-19-54-1,-17-17 0,18-70 0,-36 35 1,-35 17-1,0-17 0,0 17-15,0-17-1,0-1 1,-18 19 0,1 17-1,-36 0 16,0 0-15,18 17 0,17 1-1,-17 17 1,35 1 0,0-19 15,17-17-16,54 0 1,-18 0 0,17-17-1,-17 17 1,0-18 0,-18-17-1,-17 35 16,-18-36 16,-18 36-47</inkml:trace>
  <inkml:trace contextRef="#ctx0" brushRef="#br0" timeOffset="15575.02">30939 5186 0,'-18'0'16</inkml:trace>
  <inkml:trace contextRef="#ctx0" brushRef="#br0" timeOffset="31598.28">24694 8802 0,'-52'-35'141,"-19"35"-126,-35 0 16,53 0-15,53 35 0,-17-18-1,17 36 1,0-17 0,17-1-1,36-17 1,0-18-1,35 35 1,36 0 0,-71-35-1,-18 53 1,-35 18 0,35-19-1,-70-16 1,17-36-1,-52 35 1,-18-35 0,-1 0-1,19 0 1,52 0 0,18-35-1,-35 35 1,35-36-1,70 1 17</inkml:trace>
  <inkml:trace contextRef="#ctx0" brushRef="#br0" timeOffset="31988.23">24994 8643 0,'0'35'62,"36"36"-46,-36-53-16,0 176 31,35-106-15,-35 0-1,35-53 1,-35-70 46</inkml:trace>
  <inkml:trace contextRef="#ctx0" brushRef="#br0" timeOffset="32747.78">24994 8996 0,'0'-35'15,"36"35"1,16-18 0,1 18-1,-17 0 1,-1 0-16,0 0 31,-35 18-15,0 52-1,0 1-15,36-1 16,-1-17 0,18-53-1,-18 0 1,18-18-1,-18-70 1,-17 53 0,-18-18-1,0 35 1,0 54 62,0 52-62,17-53-1,1-35 1,35 0 0,0-17-1,-18-19 1,-35-17-1,18 18 1,-18 106 47,35-1-32,53-35 0,-35-52-15,0-36-1</inkml:trace>
  <inkml:trace contextRef="#ctx0" brushRef="#br0" timeOffset="33497.62">26194 8961 0,'0'-18'16,"-36"18"15,1 0-15,0 0-1,17 35 1,-17 0 0,35 1-1,35 17 1,1-18-1,52-35 1,-18-18 0,-34-35-1,-1 0 1,35-52 0,-52 69-16,-18 19 15,35-89 1,-35-18 15,-17-34-15,-19 17-1,19 105 1,17 1 0,-36 35 15,36 53-16,0 53 1,0 17 0,18 71-1,17 53 1,1-141 0,-1-71-1,18 1 1,-18-1 15,0-70 0,-35-36-31</inkml:trace>
  <inkml:trace contextRef="#ctx0" brushRef="#br0" timeOffset="33831.8">26158 8749 0,'142'-35'31,"175"-36"0,-193 36 1,-195 52 30</inkml:trace>
  <inkml:trace contextRef="#ctx0" brushRef="#br0" timeOffset="35913.14">25700 10037 0,'-18'0'94,"1"-36"-78,-107 36-1,71 0 17,36 71-17,17-1 1,0-17-1,35 18 1,53-1 0,-35-70-16,17 36 15,-17-36 1,-17-53 0,17 17-1</inkml:trace>
  <inkml:trace contextRef="#ctx0" brushRef="#br0" timeOffset="36212.33">25947 10054 0,'0'0'0,"0"18"16,0 17-1,0 53 1,35-35 0,-35-18-1,0 1 1,0-72 31,0 1-32,0-18 1</inkml:trace>
  <inkml:trace contextRef="#ctx0" brushRef="#br0" timeOffset="36546.36">25876 10001 0,'0'0'0,"18"-35"46,52 35-30,-17 0 0,0 0-1,35 18 1,-88-1 0,0 19-1,-52 16 1,16-16-16,1-36 15,35 35-15,-35-35 16,52-18 62,36 18-62</inkml:trace>
  <inkml:trace contextRef="#ctx0" brushRef="#br0" timeOffset="37312.01">26441 9984 0,'35'0'46,"-35"17"64,0 19-95,0 105 17,0-71-1,0-35-31,-18-70 62,-17-35-46,0 17 0,35 0-1,0 35 1,0-17 0,17 0 15,36 35-16,18-18 1,-18 18 15,0 0-15,-36 0 0</inkml:trace>
  <inkml:trace contextRef="#ctx0" brushRef="#br0" timeOffset="37528.37">26441 10072 0,'0'0'0,"17"0"15,142 0 17,-106 0-1</inkml:trace>
  <inkml:trace contextRef="#ctx0" brushRef="#br0" timeOffset="38496.05">25612 11060 0,'-36'52'15,"36"-16"1,0-142 62,0 18-62,0 35-16,0 35 15,18-52 1,35 87 62,-18 54-62,36-1-1,-18-34 1,17-1-1,-34-35 1,-1 0 0,0-71-1,-35-17 1,0 0 0,-18-18-1,18 71 1,0 53 62</inkml:trace>
  <inkml:trace contextRef="#ctx0" brushRef="#br0" timeOffset="38910.94">26211 10901 0,'0'0'0,"0"53"16,36-18-1,-1-17 1,18-18-1,-18 0 1,-17-36 0,-18-52-1,0 35 17,-18 0-17,-88 53 1,89 0-1,-36 36 1,53 17 0,0 17-1,53-70 17,0 0-32</inkml:trace>
  <inkml:trace contextRef="#ctx0" brushRef="#br0" timeOffset="39444.3">26441 10918 0,'35'18'31,"-35"70"1,0-52-1,18-89 0,-18-36-15,35 54-1,0 35 1,18 0 15,-53 18-15,0 52-1,0-34 1,0-54 47,35-17-48,-17-18 1,17 18-1,18 35 1,-35 0 0,17 0-1,0 17 1,-35 18-16,36 1 31</inkml:trace>
  <inkml:trace contextRef="#ctx0" brushRef="#br0" timeOffset="39761.49">26899 10936 0,'36'0'16,"-1"0"-1,35-18 1,-34-17-1,17 0 1,-53 17 0,0-17-1,-53 35 1,0 0 0,0 18-1,-18 52 1,71-35-16,0 18 15,0 0 1,36-53 0,34 0-1,-17 0 1</inkml:trace>
  <inkml:trace contextRef="#ctx0" brushRef="#br0" timeOffset="40676.98">25964 11536 0,'-17'0'62,"-36"0"-46,-18 0 15,-70 176 1,141-158-17,0 88 1,0-36-1,35 1 1,36-54 0,17 19-1,-52-36 1,-1 0 0,-35-36 15</inkml:trace>
  <inkml:trace contextRef="#ctx0" brushRef="#br0" timeOffset="41160.06">25823 11906 0,'0'-35'46,"89"0"-30,-37 35 0,-16 0-1,-1 0 1,-35 17 0,35-17-16,-35 36 15,0 17 1,0-18-1,18-53 17,-18-35-17,35-17 1,0 34 15,-17 36-15,53 0-1,-54 0 1,-17 53 0,36-17-1,-36-1 1,35 0 0,-35-52-1</inkml:trace>
  <inkml:trace contextRef="#ctx0" brushRef="#br0" timeOffset="41509.28">26670 11765 0,'0'0'16,"-35"0"15,-18 0-15,-18 0-1,18 18 1,53 17 0,-17 18-1,17-18 1,53 1-1,0-36 1,-18 0 0,0-71-1,-35-70 1</inkml:trace>
  <inkml:trace contextRef="#ctx0" brushRef="#br0" timeOffset="42059.21">26582 11377 0,'0'0'0,"0"71"16,0-54 0,35 124-1,-35-70 1,35-36-1,1 0 1,-36 1 0,17-36-1,19 0 32,-19 0-31,36 0-16,0-18 15,0 18 1,-35-35 0,-18 17-1,0-17 1,-18 0 0,0 35-1,-35 0 1,36 17-1,-19 89 1,36-53 0,0-18-1,53 1 1,-17-36 0,17 0-1,-1 0 1,-16-18-16</inkml:trace>
  <inkml:trace contextRef="#ctx0" brushRef="#br0" timeOffset="42692.18">27146 11800 0,'0'18'16,"0"0"-1,0 17 1,-17-106 46,17 18-46,0 1 0,35 16 15,0 36-16,-17 0 1,35 0-16,0 0 16,-36 18-1,-17 0 1,36 17 0,-19-35-1,18 0 1,18 0-1,-17-18 1,-1-35 0,-35 18-1,0 0 1,-53 35 31,-35 17-32,53 54 1,35-18 0,0 0-1,35-18 1,-18-35-16,36 0 16,0 0-1,18-18 1,-54 18-16</inkml:trace>
  <inkml:trace contextRef="#ctx0" brushRef="#br0" timeOffset="43292.3">27975 11571 0,'-53'0'31,"106"0"-31,-141 0 16,88 35 0,-35 1-1,35 52 1,0-18-1,35-70 1,53 0 0,-52 0-1,52-70 1,-88 35 0,35 105 93,-17-52-93,87-18 15,-87-36 0,-71-52 0,-88 53 1,88 35-32</inkml:trace>
  <inkml:trace contextRef="#ctx0" brushRef="#br0" timeOffset="43491.74">27817 11977 0,'0'0'0,"0"70"16,0 1 0,0-1-1</inkml:trace>
  <inkml:trace contextRef="#ctx0" brushRef="#br0" timeOffset="49822.19">24589 10160 0,'-36'0'15,"54"0"126,53 0-125,-36 0-1,18 0 1,-18 0-16,18 0 16,-18 0-1,0 0 1,1 0-1,-19 0 48,-52 0 15,0 0-62,17 0-1,-17-18 1,35 1 0,35 17 93,36 0-93,-36 35-16,0-35 15,1 0 1,-1 0-1,-53 35 64,-35-35-64,-17 36 16,52-19 1,18-52 61,0 0-77,0 17 15,-35 18 94,52 0-31,1 0-78,35 0-1,0 35 1,17-35 0,-34 0-1,-19 0 1,-52 0 62,-18 0-47,18 36-15,17-19 15,-17-17-15,0 0 31,35 35-16,35-35-16</inkml:trace>
  <inkml:trace contextRef="#ctx0" brushRef="#br0" timeOffset="58399.86">24395 14217 0,'0'-18'63,"35"1"-48,-35-89 17,35 53-1,-17 53 16,17 88-16,-35-17-15,0 17-1,35 35 1,-35-17-1,0-71 1,18-35 15,-18-17-15,0-36 0</inkml:trace>
  <inkml:trace contextRef="#ctx0" brushRef="#br0" timeOffset="59250.3">24747 14111 0,'0'-35'93,"18"35"-77,17-18 15,1 18-15,-1 0-1,-18 0 1,19 0 0,-36 35-1,0-17 17,0 17-17,-18 36 1,-70 35-1,88-53 1,-18-18 0,18-17-1,0 17 1,36-35-16,16 0 16,1 0-1,0 0 16,-17 0 1,-36-18-17</inkml:trace>
  <inkml:trace contextRef="#ctx0" brushRef="#br0" timeOffset="59902.47">25188 14041 0,'18'0'47,"35"0"-31,0 0 0,-36 0-1,-17 52 16,-70 1-15,-18 0 0,88-35-1,123-53 48,-105 35-48,17 0 1,18 0 0,-35 53-1,-18 35 1,-36-18 0,1-17-1,0-53 1,0 0 15,52-17 32</inkml:trace>
  <inkml:trace contextRef="#ctx0" brushRef="#br0" timeOffset="60382.64">25735 14005 0,'-18'36'78,"-52"-1"-62,35 18-1,-1 0 1,36-36 0,0 19-1,18-36 1,35 0 0,-18 0-16,18 0 15,-18 0 1,18 0-1,-53-18 1</inkml:trace>
  <inkml:trace contextRef="#ctx0" brushRef="#br0" timeOffset="60651.93">25806 14023 0,'0'70'62,"0"19"-46,0 16-1,0 1 1,0-70 0,53-72 15,-18 19-31</inkml:trace>
  <inkml:trace contextRef="#ctx0" brushRef="#br0" timeOffset="61015.92">26123 14023 0,'-17'18'31,"-19"34"0,89 1 1,35 53-1,-52-71 0,-107 54-15,1-89 15,17-18-15,53-35-1,0-17 1,0 52-16</inkml:trace>
  <inkml:trace contextRef="#ctx0" brushRef="#br0" timeOffset="61181.83">26123 14023 0,'0'0'0,"35"0"47,124 0-31,-124 0-1,-35-35-15</inkml:trace>
  <inkml:trace contextRef="#ctx0" brushRef="#br0" timeOffset="61588.1">26652 13935 0,'-35'35'47,"-53"71"-16,88 70 0,70-88 0,-17-88-15,-17 0 0,-1 0-16,-35-17 15,0-1 1,-71 71 31,36-18-16</inkml:trace>
  <inkml:trace contextRef="#ctx0" brushRef="#br0" timeOffset="63358.04">27940 13935 0,'0'-36'15,"-18"54"95,-70 17-95,53 1-15,-18-19 16,-18 19 0,1-1-1,52-35 1,-17 35 0,35-17 62,18 17-47,-1-35-15,36 0-16,-18 35 15,18-35 1,71 53-1,-36-18 1,18-35 0,-36 18-1,1-18 1</inkml:trace>
  <inkml:trace contextRef="#ctx0" brushRef="#br0" timeOffset="65097.18">28716 13952 0,'-35'18'63,"35"17"-48,0-17 17,17 17-17,54-35 1,-18 35 0,0-17-1,-18 17 1,-35 1-16,0-1 15,0 18 17,-35-18-17,-18 0 1,18-35 0,-54 0-1,72-70 1,17 35-1,0-1 1,0-17-16</inkml:trace>
  <inkml:trace contextRef="#ctx0" brushRef="#br0" timeOffset="65296.51">28769 13917 0,'0'0'0,"35"0"15,-35-35-15,106 0 32,-53 35-17</inkml:trace>
  <inkml:trace contextRef="#ctx0" brushRef="#br0" timeOffset="65729.75">29333 13917 0,'0'0'0,"-123"71"32,105-36-32,18 0 15,-53 18 1,53 35 0,0 0-1,0-70-15,18 17 16,70 1-1,-35-54 1,-18-35 0,-17 18-1,-18 0 1,-35 35 0,0 0-1,-1 35 1,1 18-1,35-36-15,35-17 32</inkml:trace>
  <inkml:trace contextRef="#ctx0" brushRef="#br0" timeOffset="66063.12">29563 13935 0,'88'-36'32,"-176"72"-32,211-72 15,-87 36-15,16 0 16,1 36-1,-53 34 1,0 36 0,0-71-1,0 18 1,0 0 0</inkml:trace>
  <inkml:trace contextRef="#ctx0" brushRef="#br0" timeOffset="66229.21">29704 14093 0,'35'0'31,"142"-52"0,-89-19-15</inkml:trace>
  <inkml:trace contextRef="#ctx0" brushRef="#br0" timeOffset="66728.75">30339 13794 0,'-18'0'31,"-70"0"0,17 70 0,71 36 1,89-18-1,-36-35-15,-36-18-1,-17-17 1,-17-18-1,-36 35 1,0-35 0,35-17-1,18-19 1,0-52 0,18 53-1,52 0-15,-17-18 16,-17 17-1,-1 36 17</inkml:trace>
  <inkml:trace contextRef="#ctx0" brushRef="#br0" timeOffset="67211.8">30674 13882 0,'0'-35'16,"0"17"-1,-35 18 1,17 0-1,-35 0 1,18 0-16,0 123 47,52-105-31,36-18-1,0 0 1,0 0-1,-18 0 17,-35 71-17,0-54-15,18 18 16,-18 1 0,0-1-1,35-35 32</inkml:trace>
  <inkml:trace contextRef="#ctx0" brushRef="#br0" timeOffset="67695.35">30974 13864 0,'0'35'16,"0"-17"0,0 70-1,35 0 1,-35-70-1,35 35 1,1-18 0,34-35 15,-17-17-15,-35-54-1,-18 18 1,0 0-1,0 18-15,0 17 16,-18-35 0,-52 1-1,17 52 1,0 0 0,-35 105-1,52-16 1,36-37-1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0:40:11.79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19773 635 0,'-17'18'31,"-19"-18"0,36 17-15,-35 19 15,35-1 1,-18-35-17,18 17-15,0 19 31,0-1 1,0-17-1,36 17-15,-1-35-1,18 35 1,-36-35-1,19 0 1,-19-17 0,36-1-1,0-17 1,0-36 0,-53 1-1,35 17 1,-35-18-1,0 1 1,0-54 0,0 36 15,-17 17-15,-54 1-1,54 70 1,-19-36-1,19 36 17,17 18-17,0 0-15,0 35 16,0-18 0,17 35-1,54 72 1,-54-54-1,19-18 1,-1 1 0,-35-18 15,35-18-15,-35 0-1,0-70 32,0-35-31,0 34-1,18 36 1,-18-17 0,35 17-1,-17 35 1,17 0-1,-35-17 1,53-18 15,-35 0-31,17 0 16,0 0 0,-17-35 15,-18-1-16,0 19-15,0-19 16,0 19 15,-35 34 1,35 36-17,0-35 1,17 35-1,19 0 1,52-53 0,-35 0 15,-53-18-31</inkml:trace>
  <inkml:trace contextRef="#ctx0" brushRef="#br0" timeOffset="1732.39">20814 723 0,'0'0'0,"0"-35"31,0 17-16,-35-17 17,-18 35-1,17 0-15,1 0-1,0 18 1,35 52-1,0-35 1,35 18 0,18-35-1,-18-36 1,-35-17 0,18-18-1,-18 18 1,35 70 62,1 36-62,-36-1-1,35 1 1,-18 35-1,-17 35 1,0-53 0,-35-17-1,0-54 1,0-17 0,-1 0-1,-17-70 1,18-1-1,35-35 1,35-35 0,54 35 15,-54 53-15,18 18-1,-36-18-15,19 36 31,-1 17 48,-17 35-64,17-35 16,-17 0 1,17-71-1,-35 54-15,-18-36-1,1 53 1,-19-36-1,-17 36 1,36 0 0,-19 18-1,36 0 1,0 17 0,0-17-1,53 17 1,0-35-1,-17 0 1,16 0 0,-34-18-1,17-17 1,1 0 0,-36-1-1,0 1 1,0 53 46,0 35-46,35 17 15,0-34-15,-17-36-1,17 0 1,0-89 0,-35 54-1,18-18 17,-18 18-17,0 123 32,35-35-31,1-35-1,52 17 1,-35-35 0,-18 0-1,0-18 1,1 18 15,-54 0 0</inkml:trace>
  <inkml:trace contextRef="#ctx0" brushRef="#br0" timeOffset="7362.93">22472 547 0,'-18'-53'109,"18"-18"-93,0 1 15,18 105 79,-18 36-95,35-36-15,-35 88 32,35-52-1,-35-89 31,0 1-62</inkml:trace>
  <inkml:trace contextRef="#ctx0" brushRef="#br0" timeOffset="8200.49">22807 317 0,'0'-35'31,"35"35"1,-35-17-17,36 17 1,-19 0 15,36 0-15,-18 35 15,-35 53-15,0-53-16,-35 1 15,-35 52 16,-1-18-15,53-52 0,-52-18-1,35 0 1,17 0 0,18-35-1,0-1 1,35 19 15,-17 17 0,17 35-15,0 0 0,1 1-1,-1-19 16,18-17-15,0 0-16,35-35 31,-53-18-15,-35 18 0,36 35-1,-72 0 32</inkml:trace>
  <inkml:trace contextRef="#ctx0" brushRef="#br0" timeOffset="26934.65">25277 3757 0,'0'-18'125,"0"-17"-109,0 18 0,0-19-1,0 1 1,0 17 15,0-17 32,0 53-1,17-1-46,-17 19-1,0 17 1,0-1 0,0 19-1,0-36-15,0-17 16,0 35-1,18 0 1,-18-36 0,0 19-1,0-1 1,0-70 31</inkml:trace>
  <inkml:trace contextRef="#ctx0" brushRef="#br0" timeOffset="27834.68">25488 3669 0,'0'-18'47,"35"-17"-16,-17 0 1,17 35-17,1 0 16,-19 0-15,19 17 15,-36 19-15,0-1 0,0 71-1,0-53 1,-18 17-1,-17-35 1,17 1 15,-17-36-15,-1-18 15,36 0-15,0-17-1,0 0 1,18 35 0,17 18 31,18 52-16,0-35 16,-18-35-32,-17 0 1,17 0 0,18 0-1,-17-35 16,-36 0-15,-18 17-16</inkml:trace>
  <inkml:trace contextRef="#ctx0" brushRef="#br0" timeOffset="30394.55">25735 3334 0,'-35'0'16,"17"0"31,-17 0-32,17 0 32,-70 0-16,35 0 1,0 0-17,18 0 1,17 0-1,-17 0 1,17 0 15,-17 0-15,35 17 0,-35-17-1,17 18 1,18 17-1,-35-35 1,35 18 15,-18-18-15,-17 35 0,35 0-1,-35-17 1,35 17-1,0 18 1,0-17 0,0-1-1,0 18 1,0 0 0,0-18-1,0 18 1,0 0-1,0-36 1,17 36 15,-17-17-15,36-1 0,-19-17-1,-17 17 1,71 0-1,-53-17 1,17-18 0,-35 35-1,53-35 1,-36 35-16,19-35 16,-1 0-1,-17 18 1,17-18-1,-18 0 1,36 0 15,-17 35-15,-19-35 15,19 0-15,-19 0-1,18 0 1,1 0 0,17-17-1,-18-19 1,-17 36 0,17-17-1,0-19 1,-17 1-1,17 35 1,-35-18 0,35-17 15,-35 0-15,18 17-1,17-17 16,-35 17-15,0-17 0,0 0-1,36 35 1,-36-18 0,0-17-1,0 17 1,0-17-1,0 0 1,0 17-16,0-17 16,0 17 15,-18 18-15,18-35-1,0 0 1,-35 17-1,17-17 17,-17-1-1,35 19-15,-36 17-1,36-36 1,-17 36-1,-18-35 17,-1 35 15,19 0-32,17-17 1,-36 17-1,19 0 17,-19 0-1,1 0 0,17 0 16,-17 0-31,0-36 46</inkml:trace>
  <inkml:trace contextRef="#ctx0" brushRef="#br0" timeOffset="31898.66">26176 3739 0,'18'0'15,"17"0"1,0 0-1,36 0 17,-54 0-17,36 0 1,0 0 15,18 0-15,-1 0-1,1-35 1,-18 35 0,0-35-1,35 35 1,-35-35 0,35 35-1,-35 0 1,35-36-1,-35 36 1,0 0 0,18 0-1,-18-17 17,-36 17-32,36 0 15,0 0 1,-18-36-1,-105 54 64,17-18-79</inkml:trace>
  <inkml:trace contextRef="#ctx0" brushRef="#br0" timeOffset="33099.29">26123 3739 0,'0'-35'47,"18"35"-32,-18-35-15,53 17 32,-18-17-17,-17 35 1,17 0 15,-53 18 63,-17 17-63,17-17 0,-17 17-15,0 0 31,35-17 15,17 17-30,19 0-17,-19-35 1,19 18-1,-19-18 1,-17 35 0,36-35-16,-1 0 125</inkml:trace>
  <inkml:trace contextRef="#ctx0" brushRef="#br0" timeOffset="35081.04">27005 3969 0,'0'17'109,"0"19"-93,0-19-1,0 19 1,18-36 46,-18-18-46,0-35 0,0 18-1,35-1 1,-35 1 0,18 35-1,17 0 16,-17 0-15,-18 18 0,35 17-1,-35-17-15,0 70 32,35-88 30</inkml:trace>
  <inkml:trace contextRef="#ctx0" brushRef="#br0" timeOffset="35665.68">27340 3933 0,'-17'0'15,"17"36"16,0-19 1,17 19-17,19-36 17,-19 0-17,18 0 16,-35-36 1,0 1-17,0 17 1,-17-17 0,-18 0-1,17 35 32,-17 53-16,35-36-15,0 19 15</inkml:trace>
  <inkml:trace contextRef="#ctx0" brushRef="#br0" timeOffset="36195.07">27622 3898 0,'0'35'78,"0"-17"-62,0 17-1,0 1 1,18-36 0,0 0 15,-18-36-16,35-69 1,0 87 0,-35-17-1,0 52 48</inkml:trace>
  <inkml:trace contextRef="#ctx0" brushRef="#br0" timeOffset="36613.03">27834 3969 0,'0'0'0,"0"17"31,0 19-15,18-19 15,52-17 0,-52 0-15,17-35 0,-35 0-1,0 17 1,0-17 0,-17 0-1,-1 35 16,-17 0-15,17 17 0,-17 18-1,35-17 1</inkml:trace>
  <inkml:trace contextRef="#ctx0" brushRef="#br0" timeOffset="42359.63">25559 4357 0,'-36'0'172,"36"17"-157,-17-17-15,-18 71 16,-18 0-1,35-19 1,-70 19 0,53-53-1,35 35-15,-71-1 32,71-16-17,35-54 63</inkml:trace>
  <inkml:trace contextRef="#ctx0" brushRef="#br0" timeOffset="43375.46">25135 4798 0,'0'-18'31,"36"18"-15,70 0 15,-18 0 0</inkml:trace>
  <inkml:trace contextRef="#ctx0" brushRef="#br0" timeOffset="43608.92">25153 4868 0,'53'0'47,"35"0"-16,36 0 0,-89-35-31</inkml:trace>
  <inkml:trace contextRef="#ctx0" brushRef="#br0" timeOffset="44308.17">25823 4269 0,'0'35'78,"18"0"-62,17 0 15,53 1-15,-35 17-1,18 35 1,-18-35-1,17-18 1,-34 0 0,-1 1-1,-35-1 1,35-35 0,-35 17 15</inkml:trace>
  <inkml:trace contextRef="#ctx0" brushRef="#br0" timeOffset="44675.27">26194 4762 0,'17'0'46,"89"-17"-30,-53 17 0,-18 0 15,-17 0-15</inkml:trace>
  <inkml:trace contextRef="#ctx0" brushRef="#br0" timeOffset="44974.97">26211 4833 0,'53'0'31,"18"0"-15,-54 0 0,72 0-1,-54 0 1,18 18-1,-53 17 17</inkml:trace>
  <inkml:trace contextRef="#ctx0" brushRef="#br0" timeOffset="58867.29">22754 2452 0,'0'0'0,"18"0"188,35 0-173,-36 0 1,19 0-1,-19 0 1,54 0 15,-54 0 1,19 0-17,-19 0 16,19 0-15,-1 0 0,-17 0-1,17 0 17,-18 0-17,19 0 16,-1 0-15,-17 0 15,17 0 1,-17 0-17,35 0 1,-18 0-1,-18 0 1,54 0 15,-53 0 1,17 0-17,-17 0 32,-54 0 125,-17-35-156,0-1-1,89 36 126,-1 18-126,-17-18 1,17 35 0,0-35-1,-17 0 1,17 18 0,-17-18-1,-18 35 16,-36 0 79,-16-35-95,16 0 1,-17 18 0,18-18-1,17 0 17,18 35-1,0-70 31,0 0-30,0 17-1,-35 18 31</inkml:trace>
  <inkml:trace contextRef="#ctx0" brushRef="#br0" timeOffset="61881.74">21731 2469 0,'-18'-35'47,"1"0"-15,-18 35-1,-1 0-16,19 0 1,17 18 0,-36-18-1,36 35 1,0 0 0,0 0-1,36 1 1,-1-36-1,-17 0 1,17 0 0,-35-18-1,17-17 1,-17 17 0,0 53 93,36 1-93,17-19 15,0-17 0,-36 0-15,18-35-1,1-18 1,-36 18 0,0-18-1,0-53 1,0 35-1,0-17 1,0 35 0,-18 0-1,18-17 17,0 35-1,-35 35-16,35 17 17,0 54-17,0-18 1,0 17 0,17-34-16,-17 52 15,36 18 1,-36-53-1,35-1 1,0 19 0,-17-18 15,17-53 0,1-35 0,-36-36-15,35 1 0,-35 52-1,0-17 17,-18 52 14,18 1-30,0 17 0,18-17-1,-1-18 17,19 35-17,-19-35 1,19-18 15,-36 1-15,0-71-1,0 52 1,0 72 78,0-1-79,70 35 17,-52-34-17,17-36 1,0 0-1,-17 0 1,17-53 0,1 35-1,-36-17 1,0 0 0,0 17-1,-18 18-15,18-35 16,-35 35-1,17 0 1,18 17 0,-35 36-1,35-17 32,17-36-31,1 0 15,17 17 32,1 18-32,16-35 0,-16-17 0,-19-89 1,-17 88-17,0-105 1,0 35-1,0-18 1,0 35 0,0 36-1,0 17-15,-35 18 16,35-35 0,-35 53 46,35 70-31,17 141 1,19-88-17,-1-35 1,0-53-1,-35-18 1,18-35 0</inkml:trace>
  <inkml:trace contextRef="#ctx0" brushRef="#br0" timeOffset="62771.22">21713 2205 0,'18'0'47,"35"0"-31,123-18 15,-123 18-15,53-35-1,-35 35 1,-18 0 0,-18 0-1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0:47:36.91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26935 5521 0,'0'-35'156,"17"-18"-125,-17-18 0,35-17 1,-35 35 14,0 88 33,0 18-64,0 53 16,0 35 1,0-88-17,0-18 1,0 1-16,0-1 16,0 0 30,0-70 1</inkml:trace>
  <inkml:trace contextRef="#ctx0" brushRef="#br0" timeOffset="599.39">27111 5309 0,'18'0'47,"35"0"-31,-1 0 15,-16 0 0,-19 0 0,19 36 16,-36-19-31,0 36-1,0 53 1,0-53 0,-18 0-1,18 0 1,0-36 0,0 19 15</inkml:trace>
  <inkml:trace contextRef="#ctx0" brushRef="#br0" timeOffset="866.76">27182 5609 0,'35'-17'47,"18"17"-32,35-36 1,-35 1-1,-71 35 48</inkml:trace>
  <inkml:trace contextRef="#ctx0" brushRef="#br0" timeOffset="3289.38">27199 5062 0,'-35'0'78,"17"0"-62,-17 0 15,-18-35-15,35 35-1,-35 0 1,18 0-1,18 0 1,-19 18 0,19-18 15,-19 35-15,1-35-1,17 18 1,-17-18-1,-18 70 1,18-70 0,35 18-1,-35 17 1,17 0 0,-17 36-1,35-36 1,0-17-1,-35 35 1,35 17 0,0-17 15,0 0-15,0-18-1,0 1 1,0 17-16,0-18 15,17 18 1,18 0 0,-35-36-1,18 19 1,17-1 0,-35-17-1,36 17 1,-19 0-1,54-17 1,-54-18 0,19 35 15,-19-35-15,19 35-1,-1-35 1,-17 0-1,17 0-15,-18 0 32,89 0-17,-70 0 1,-1 0 0,0 0-1,-17 0 1,17 0-1,-17-17 1,17 17 0,0-36-1,-17 36 1,17-17 0,0-19-1,-17 1 1,17 18 15,1-19-15,-36 1-1,35 17 1,-35-17 0,18 0-1,-18 17 1,0-17-1,35 0 1,-35 17 0,0-17-1,0 17 17,0-17-17,0 0 1,0 17-16,0-35 31,0 18-15,-18 35-1,1-53 1,17 17 0,-36 1-1,1 18 16,35-19-15,-18 1 0,-17 17 31,0 18-32,17-35 1,-17 0 15,0 17 16,17 18-31,-17-35 15,17 35-16,-17-18 17,0 18 15,17 0-1,-35 0 64</inkml:trace>
  <inkml:trace contextRef="#ctx0" brushRef="#br0" timeOffset="4685.76">27658 5592 0,'53'0'16,"17"0"-1,1-18 1,-36 18-1,18-35 1,18 35 0,-1 0-1,18 0 1,0 0 15,18-18-15,0-17-1,-18 35 1,1 0 0,16-36-1,-52 36-15,18 0 16,-1 0 0,1 0-1,0 0 1,-36 0-1,0 0 1,-35-35 15,-53 35 47</inkml:trace>
  <inkml:trace contextRef="#ctx0" brushRef="#br0" timeOffset="5680.82">27658 5592 0,'17'-36'47,"1"1"-32,35 17 1,0-35 0,-35 18-1,17 17 1,0-17-1,-17 18 17,-18 52 46</inkml:trace>
  <inkml:trace contextRef="#ctx0" brushRef="#br0" timeOffset="6064.89">27711 5521 0,'0'18'63,"17"17"-48,-17 0 1,53 36-1,-17-36 1,-1 36 0,-18-1-1,-17-35 1,36-35 0,-19 0 30</inkml:trace>
  <inkml:trace contextRef="#ctx0" brushRef="#br0" timeOffset="8445.36">28963 5909 0,'0'35'63,"0"-17"-48,0 35 1,0 0 0,0-18-16,0 18 15,0-18 1,0-17-1,0-71 48,35-88-32,36 70 0,-53 36 1,17 35-17,0 0 1,-17 0 0,17 35-1,-35 18 1,0 0-1,35-18 1,-35 1 0,18-19-1,17-17 1,-17 0 0,17 0 15,0-53-16,1 0 1,-36 18 0,35 35-16,-35 88 109,18-35-93,17-17 15,18-19-15,0-34 30,-18-36-30,-35-36 0,0 54-1,0-18 1,-18 36 0,-52-19-1,52 36 1,-17 0-1,0 18 1,35 0 0,0 17-1,17-35 17,36 0-1,-18 0-31,18-18 15,0-17 1,0 35 0,-35-35-1,17 35 1,-17 17 15,-18 19-15,35-19-1,-35 19 1,0-1 0,35-18-1,-17-17 48,-18-52-32,0-1-15,0 35-1,0-17 1,35 35 0,0 0-1,-17 0 1,35 0-1,-18 0 1,-35 35 0,0-17-1,36 52 1,-36-52 0,17 17 15,18-35-16,-17 18 1,17-18 0,1 0-1,-19 0 1,19 0 0,-1-53-1,-17 18 1,-18 17-1,0-17 1,-18-18-16,-35-18 31,0 71-15,0 0 0,35 0 15,-17 0-16,35 18 1,0-1 0,0 19 15,88-36-15,-35 0-1,0 0 1,0-36-1,35-34 1,-52 70 0,-36-18-1,-18 18 48,-35 36-48</inkml:trace>
  <inkml:trace contextRef="#ctx0" brushRef="#br0" timeOffset="9975.73">26882 6156 0,'0'0'0,"0"18"94,-18-18-79,18 17 1,-35 19 0,-1 16-1,1 1 1,0 18 0,-71-1-1,53 1 1,0 0-1,0-19 1,0 37 0,36-54-1,-19 0 1</inkml:trace>
  <inkml:trace contextRef="#ctx0" brushRef="#br0" timeOffset="10401.79">26123 6862 0,'0'17'62,"53"-17"-62,18 0 16,34 0 0,-52 0-1,0 35 1,0-35-1,-17 0 1,-54 0 62</inkml:trace>
  <inkml:trace contextRef="#ctx0" brushRef="#br0" timeOffset="10679.12">26211 7038 0,'36'0'15,"-19"35"1,107-35 0,-36 0-1,-35 0 1,-18-17 0,0 17-1,54-36 1,-72 1-1</inkml:trace>
  <inkml:trace contextRef="#ctx0" brushRef="#br0" timeOffset="11541.81">27287 6209 0,'0'0'0,"0"18"110,0 34-95,36-52 1,-1 71 0,-35-36-16,35 1 15,0-1-15,36 18 16,-18 17-1,17-34 1,1 52 0,-53-53-16,52 36 15,-17-54 1,-18 36 0,18-18-1,-17 1 1,-19-1 15</inkml:trace>
  <inkml:trace contextRef="#ctx0" brushRef="#br0" timeOffset="11909.98">27746 7038 0,'71'0'47,"-1"0"-31,18 0 0,18 0-1,-18-18 1,-35 18-1,-18 0 1,-52 0 47</inkml:trace>
  <inkml:trace contextRef="#ctx0" brushRef="#br0" timeOffset="12232.65">27869 7144 0,'0'0'31,"36"0"-15,70 0 0,35 0-1,-71 0 1,-35 0 0,-17 0-1</inkml:trace>
  <inkml:trace contextRef="#ctx0" brushRef="#br0" timeOffset="23154.01">24553 2505 0,'18'0'16,"17"0"15,1 0 0,-19 0 1,36 0-1,0 0-15,18 0-1,-19 0 1,1 0-1,36 0 1,-37 0 0,1 0-1,18 0 1,0 0 0,-1 0-1,-17 0 16,0 0-15,0 0 0,-18 0-16,53 0 31,-35 0-15,0 0-1,-18 0 1,18 0-1,0 0 1,-35 0 0,35 0-1,-36 0-15,54 0 32,-53-36-1,17 36 0,-53 0 16,-52 0-31</inkml:trace>
  <inkml:trace contextRef="#ctx0" brushRef="#br0" timeOffset="24741.83">24677 2505 0,'-35'0'31,"17"0"16,53-36 109,-17 1-140,17 0-1,0 35 1,-17-18 0,17 18 15,-52 0 94,-1 0-109,-53 71 15,36-36-16,18-35 1,17 18 0,-36-18-1,54 0 110,0 35-109,52 0 15,-17-17 0,-18 17-15,-17-35 15</inkml:trace>
  <inkml:trace contextRef="#ctx0" brushRef="#br0" timeOffset="26935.18">26617 2469 0,'0'-17'31,"-18"17"-15,1-35-1,-18 35 1,-1 0-1,19-36 1,-19 36 0,19 18-1,-19 17 1,36 0 0,0 1-16,0-1 15,0 0 1,36 1 15,17-36-15,-18-36-1,0 1 1,0 0 0,-35-1-1,18 36 63,-18 18-62,71 35 15,-18-18 0,-36-35-15,18-17 0,1-19-1,-1-69 1,0 34 0,-35-88-1,-17 18 1,17 53-1,-36 0 1,1 70 0,35-35-16,0 88 78,0 36-63,0 0-15,53 158 32,-53-159-17,53 19 1,-18-1 0,0-88-16,-17 35 15,35-35 16,-18-18-15,1-34 0,-36-1-1,0 35 1,0 71 78,35 0-79,-35-36-15,53 19 32,17-72-1,-70-16-16,18 16 1,-18 1 0,0 0 15,0 52 0,0 36-15,35-17-1,1-1 17,-19 0-17,18-35 1,1 0 0,-19 0-1,36 0-15,-35 0 16</inkml:trace>
  <inkml:trace contextRef="#ctx0" brushRef="#br0" timeOffset="27801.1">27711 2452 0,'0'0'0,"0"-35"15,-18-1 32,-17 36-31,17 0-1,-17 0 1,0 71 15,35-54-15,17 19 15,18-36-15,-17-18-1,17 18 1,-17 0 31,35 0-32,-18 0 17,-17 0-17,35 0-15,0 0 16,-36-18 0,19-34-1,-1-19 1,-35 53-16,0-17 15,35-18-15,-35-53 16,0 0 0,-17-35-1,-19 18 1,1-1 0,0 89-1,17 17 1,-17 54 46,35 52-46,17 35 0,19 19-1,-1-72-15,-35-17 16,71 123-1,-71-105 1,52-36 0,-16 18-1,-36-35 1</inkml:trace>
  <inkml:trace contextRef="#ctx0" brushRef="#br0" timeOffset="28681.45">26670 2064 0,'35'0'109,"89"0"-93,70-36 15,-106 36 0,-53 0 0,1 0 1,-89 0 61</inkml:trace>
  <inkml:trace contextRef="#ctx0" brushRef="#br0" timeOffset="55735.98">24518 3228 0,'0'-18'16,"35"18"15,-17 0 0,-53 18 94,-1 0-109,-87 123 15,17-53 0,53-53 1,53 0-17,-35-35 1,53-17 78,-1 17-94</inkml:trace>
  <inkml:trace contextRef="#ctx0" brushRef="#br0" timeOffset="56818.27">24589 3210 0,'35'-35'16,"0"35"15,-52 0 63,-36 0-78,17 0-1,-52 18 1,35-18 0,18 0 15,53 0 47,17 0-62,53-18 15,-35 18 0,-18 0 32,-35 18-1,0-1-46,-17 54 15,17-54 0,-36-17 47,19-17-62,-19-1 0,1-17 15,0 35 94</inkml:trace>
  <inkml:trace contextRef="#ctx0" brushRef="#br1" timeOffset="81651.78">26211 3687 0</inkml:trace>
  <inkml:trace contextRef="#ctx0" brushRef="#br1" timeOffset="82244.02">26106 3687 0,'0'0'0,"17"0"94,36 0-79,0 0 1,0 0 0,17 0-1,54-18 1,-36 18-1,0 0 1,18 0 0,-35-18-1,-18 18-15,35 0 16,0 0 0,-17 0-1,-18 0 16,35 0-15,-53 0 0,18 0-1,0 0 1,-36-35 15,-52 0 63</inkml:trace>
  <inkml:trace contextRef="#ctx0" brushRef="#br1" timeOffset="83353.7">26106 3616 0,'0'-18'47,"52"-17"-32,19 0 1,-18 17 0,-18 18-16,-17-35 15,35 35 1,-36 0-1,-87 0 79,-1 17-78,18 19-1,0-19 1,36 19 0,17-19 15,-35-17-15,35 36-1,0-1 1,17-17-1,54 87 1,-1-52 0,-34-17-1,-19-19 1,18 18 15,-35-70 47</inkml:trace>
  <inkml:trace contextRef="#ctx0" brushRef="#br1" timeOffset="84486.87">27940 3704 0,'18'0'31,"-1"0"0,-17-35-15,0 17-1,-88-17 17,35 0-17,-17 35 1,17 0-1,17 35 1,36 18 0,18 17-1,70 19 1,0-89 0,-35 0-1,0-18 16,-53-35-15,18 18-16,-18 0 31,35 52 16,18 18-31,-18 1-1,-17-36 1,17 0 0,18-71-1</inkml:trace>
  <inkml:trace contextRef="#ctx0" brushRef="#br1" timeOffset="84853.68">28346 2928 0,'35'0'15,"-35"53"16,0 18-15,0 70 0,0-18-1,35 71 1,-35-70 0,0-71-16,0-1 15,0 1 1,0-141 46</inkml:trace>
  <inkml:trace contextRef="#ctx0" brushRef="#br1" timeOffset="85418.7">28310 3598 0,'71'-35'15,"35"35"17,-18 0-1,-70 0 0,-18 18-31,35-18 16,-35 53-1,0-18 1,35 0 0,-17-35-1,17 0 1,0-17-1,1-36 1,-36 17 0,17 1-1,-17 0 1,0 52 46,0 89-30,36-88-17,16 35 1,-16-53 0,-36 35-16,17-35 15,36-18 1</inkml:trace>
  <inkml:trace contextRef="#ctx0" brushRef="#br1" timeOffset="86369.66">29175 3598 0,'0'-35'79,"-53"35"-64,0 0 1,18 18-1,35 35-15,-53-18 16,53 0 0,35 0 15,36-35-15,-36-17-1,-18-1 32,36 18-31,-35 0-1,35 0 1,0 18 0,0-18-1,-36 0 1,19-18-1,-1-70 1,0 35 0,0-70-1,-35 34-15,0-87 16,0 35 0,0 70-1,-17-17 1,-18 53 15,17 35 0,18 17 1,-35 72-17,35-1 1,0 53-1,17 53 1,19 0 0,16-106-1,1-35 1,0-18 0,-35 1-1,17-36 1,-52 0 62</inkml:trace>
  <inkml:trace contextRef="#ctx0" brushRef="#br1" timeOffset="134596.94">25841 4322 0,'0'-36'109</inkml:trace>
  <inkml:trace contextRef="#ctx0" brushRef="#br1" timeOffset="145135.79">25841 4269 0,'-35'-36'31,"35"54"188,0 0-172,0 17 0,17-35-32,-17 18 16,0 17 16,18-35-31,-18 35 0,0-17 15,35-18-16,-35 35 1,0-17 31,36-18-31,-36 35-1,17-35 16,-17 35-15,35-17 31,-17-18 0,17 35-16,-35-17 0,36-18-15,-36 35 0,17-35-1,19 0 1,-36 35-1,17-35 1,18 0 15,-35 18-15,36-18 0,-19 0 15,-17 35-16,36-35 17,-36 18-1,17-18-15,19 0-1,-36 35 1,35-35 15,-18 0 16,-17 35-31,36-35 46,-19 18-31,19 17 16,-1-35-16,-35 18 32,-53-53 46,18-1-93,-1-17 15,19 53-15,-18-70-1,-1 35 1,-17-1 15,36 1-15,-19 35 0,36-18-1,-17 18 1,17-35-1,-35 35 1,35-17 31,-36-19-16,36 1 0,-17 35-15,17-18 0,-36 18 15,36-35-15,-35 35-1,35-35 1,-18 35-1,18-18 1,-35-17 0,18 35 15,17-18-15,0-17 30,-36 35-30,36 18 125,0-1-126,18 36 1,-18 0 0,18-18-1,17 1 1,0-1-1,-17-35 1,17 18 0,0 17 15,-17-18-15,17-17-1,-35 36 1,18-1-1,17-35 1,0 18 0,1 17 15,-36 0-15,17-35-1,-17 18 1,36-18-1,-36 35 1,17-35 0,-17 35-1,35-35 1,1 18 15,-19-18 0,19 35 16,-1-35 0,-17 0 0,-18 36-31,35-36-1,-17 17 48,-18 19-16,35-36-32,-35 35 48,35-35-32,-35 17 16,18-17 31,-18 36-62,35-36 77,-35 17-77,18-17 47,-54 0 77,1-35-124,-18-18 15,53 36-15,-17 17-1,17-36 1,-36 1 0,1 17-1,35-17 1,-18 35-1,18-18 1,-35 18 0,35-35-1,-18 35 32,18-35-31,-35 17 15,0-17 0,35 0 1,-35 35-17,35-18 1,-18-17 15,-17-1 0,17 36 16,-17 0-31,35 18 78,0 17-79,0-17 1,17 35-1,1-18 1,17 0 15,-35-17 1,36-18-17,-36 35 1,17-35-1,18 36 1,-17-19 0,17 19 15,1-36-15,-19 0 15,-17 35-16,36-35 1,-36 18 0,35-18-1,-17 35 32,17-18 0,-18 19-16,19-36 1,-36 35 46,-18-35 15,0-18-61,-17-17-1,0 35 0,-18-35 0,0 17 1,18 18-1,-1 0 0,19 0 0,-36 0 1,106 0 186,35 0-202,-53 0 0,1 0-1,-1 0 1,0 0 0,-17 0-1,17 0 1,-35-35 140,0 17-140,0-17-1,0 0 1,0 17 0,0-35-1,35 53 1,-35-53-1,0 18 1,0 17 0,0-17-1,18 35 1,-18 35 109,0 1-109,0 34-1,0-17 1,0 0-1,0-35 1,0 17 0,-35-17-1,35 17 1,0 0 15,0-17 0,-36-18 63,19 0-63,-18 0-15,-18 0 15,0 0 1,-18-36-1,53 36-16,-17 0 1,18 0 0,-19 0-1,54 0 142,0 0-142,17 0-15,53 0 31,-17 18-15,-18-18 0,-18 0-1,0 0 1,-53 0 109,18-18-109,0-34 15,0 16-16,0 19 1,18-19 0,-18-17-1,35-35 1,-35 35 0,36 36-1,-36 34 95,0 54-95,-18 35 16,-17-53-15,35 0 0,0-18-1,-36-18 1,36 19 0,0-1 15,-35-35 172,18-18-187,-19 18-1,-17-35 1,18 35-1,17 0 1,-17 0 0,0 0-1,17 0 1,-17 0 0,17 0-1,-17 18 16,53-18 79,-1 0-95,71 0 17,-35 0-1,-35 0 0,17 0 0,1 0-15,-19 0 0,19 0 15,-19 0-15,-17-18 265,0 0-250,-35 18 0,35-35 1,-18 35 14,18-35-14,-35 35-17,0-18 48,17-17-16,-17 0 0,35 17-16,-36 18-16,36-35 17,-17 35-17,-18-53 17,35 35-17,-36-17 16,19 0-15,17 17 0,-36-17 15,1-1 0,35 19 0,-18 17-15,-17-35 15,0 35-15,35-36 0,-18 36-1,18-17 1,-35 17-1,35-36 1,-35 19 0,17 17 15,-17-36-15,35 1 46,-18 35-15,18 18 78,0 17-109,88 53 15,1 18 0,-54-53-15,-18-18-1,19-17 1,-1 52 0,-17-17-1,17-53 1,-35 36-1,18-19 1,17-17 0,-35 36-1,35-1 1,-17-35 0,-18 18-1,35-18 32,-35 35-31,35-18 15,-35 19 31,18-36-30,-53-18 93,35 0-110,-36 18 1,1-52 0,17-1-1,-34 17 1,16 1-1,19 17 1,-19-17 0,1-35-1,17 70-15,18-53 16,-35 0 0,0 35-1,35-17 16,-35 35-15,35-35 0,-18 17 15,18-17 0,-35 35-15,35-36-1,-18 36 1,-35-17 156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0:51:04.26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11377 8026 0,'0'-18'63,"0"-17"-32,0-18-15,18-53-1,-18 71 1,35-1 0,-35-16-1,0 69 95,0 1-95,35 70 1,-35 0-1,0 0 1,0-17 0,0 35-1,0-18 1,0-53 0,18-35 62,17-53-78</inkml:trace>
  <inkml:trace contextRef="#ctx0" brushRef="#br0" timeOffset="765.31">11677 7920 0,'0'17'46,"0"1"-30,-18-18 0,18 53-1,0 0 1,0 18 0,18-19-1,-18-16 1,35-1-1,36-35 1,-18 0 0,-18 0-1,-17 0 1,17 0 0,0-18-1,0-17 1,-17 0-1,-18-18 1,0-35 15,0 17-15,0 53 0,0-34-1,0-1 1,-18 35-1,18-17-15,-17-1 16,-18 36 0,-1-17-1,-17 17 1,0 0 0,18 0-1,0 106 1,0-53-1,-1-36 1,36 36-16,0 0 31,-17-53-31</inkml:trace>
  <inkml:trace contextRef="#ctx0" brushRef="#br0" timeOffset="1986.93">11236 8449 0,'-18'0'31,"1"0"32,-19 0-17,19 0-14,-19 0-17,1 0 17,-35 18-17,17 17 1,0-35-1,0 35 1,18-35 0,-54 18-1,37 17 1,-1 18 0,0-18-1,0 18 1,-53-35-1,35 17 1,18-35 15,18 35-15,0-17 0,-18-18-16,0 35 15,0-35 1,18 36-1,-18-1 1,18-35 0,35 18 93,-18-18-93</inkml:trace>
  <inkml:trace contextRef="#ctx0" brushRef="#br0" timeOffset="3204.34">9613 9102 0,'18'0'16,"17"0"15,-53 0 16,-17 0-31,-35 0-1,-1 0 17,36 0-32,0 0 15,-1 0 1,1 0 15,17 0 16,-17 17-31,35 19-16,0-19 15,-35 18 1,35-17 0,0 17 46,53-35-31,-18 0-15,53 0 0,-35-17-1,18 17 1,-36 0-1,0 17 1,-35 1 0,0 17-1,0 1 1,-17-19 0,17 36-16,-18-35 15,-35-18 1,-53 35-1,53-35 1,-35 0 0,35 0 15</inkml:trace>
  <inkml:trace contextRef="#ctx0" brushRef="#br0" timeOffset="4723.6">9102 9666 0,'-18'0'32,"-53"35"-1,-34 71 0,69-88-15,-34 52-1,-89 72 1,36-72 0,34-17-1,-16 18 1,34-1-1,53-35-15,-52 18 16,17 18 0,-18-18-1,-35 17 17,18 19-17,35-37 1,0 1-1,18-53 1,35 36 0</inkml:trace>
  <inkml:trace contextRef="#ctx0" brushRef="#br0" timeOffset="5966.09">7602 10954 0,'0'0'0,"0"-18"62,36 18-31,17 0 1,-53 35-17,0 36 1,-36 35-1,-34 0 1,-1-18 0,18-53-1,18 0 1,17-35 0,18-70-1,0 17 1,0 0-1,36 18 1,-19 35 0,19 0 31,-1 0-32,-18 35-15,36-17 16,0-18-1,0 0 1,-18 0 0,18 0-1,0 0 1,-35 0 0,-18-36 530</inkml:trace>
  <inkml:trace contextRef="#ctx0" brushRef="#br0" timeOffset="7608.33">9543 9719 0,'17'18'31,"36"17"-15,-18 0-1,1-17 1,-1 17 15,-17 18-15,35 0-1,70 53 1,-70-71 0,18 71-1,-1-36 1,18 19 0,-70-36-1,70-18 1,-35 53-1,-18 0 1,124 159 15,-159-194-15,35-35 15,-35-54 16</inkml:trace>
  <inkml:trace contextRef="#ctx0" brushRef="#br0" timeOffset="8178.01">10319 11060 0,'70'0'32,"-52"0"-17,35 0 1,17 0 0,-52 0-1,70 17 1,-70 18 15,-18 1-15,0-1-1,0 0 1,0 1 0,0 52 15,0-18-16,0-17 1,0 0 0,0-18-1</inkml:trace>
  <inkml:trace contextRef="#ctx0" brushRef="#br0" timeOffset="8578.52">10442 11342 0,'18'-35'32,"35"35"-17,-18 0-15,18-36 16,88 36 0,-70 0-1,-36 0 1,-17 0-1,17 0 1,-53 0 78</inkml:trace>
  <inkml:trace contextRef="#ctx0" brushRef="#br0" timeOffset="11126.56">12171 8290 0,'35'36'125,"-17"-36"-110,70 17 16,0 18 1,-35-35-17,0 0 1,-18 36 0,18-36-1,0 35 1,-18-35-1,1 18 1,-1-18 0,35 35-1,-17-35 1,-17 35 0,17-35-1,-18 18 16,0 17-15,0 0 0,1-35-1,-1 18 1,18-18-16,0 0 16,-18 35-1,18-35 1,0 36-1,-18-19 1,18-17 0,0 36-1,-18-36 1,18 17 0,-18-17-16,1 0 15,17 35 16,0-35-15,0 36 0,-18-36-1,0 35 1,0-35 0,-17 18-1,17-18 1,1 0-16,-36 35 15,17-35 1,18 0 0,-35 35-1,-35-35 95</inkml:trace>
  <inkml:trace contextRef="#ctx0" brushRef="#br0" timeOffset="12077.74">13917 9402 0,'0'-18'79,"0"-35"-64,35 18-15,-35-54 31,36 54-15,-36 0 0,35 70 46,0 89-46,-35 34 15,0-87 0,0-36-15,18-35 15,-18-53-15,35 53-1</inkml:trace>
  <inkml:trace contextRef="#ctx0" brushRef="#br0" timeOffset="12741.74">14323 9225 0,'0'0'0,"35"-35"32,18 35-17,-18-18 1,18 18 0,0 0-1,-35 0 1,17 35 15,0 18-15,-35-17-1,-17 52 1,-36-18 0,0-17-1,18-17 1,-1-1-1,1-53 1,35-35 0,0 18-1,18 0 17,17 52-1,0 1 0,36 17-15,-18 1-1,0-36 1,-18 0 0,18 0-1,-18 0 1,-70-18 31</inkml:trace>
  <inkml:trace contextRef="#ctx0" brushRef="#br0" timeOffset="14281.66">14728 9807 0,'-35'0'31,"88"35"78,-18-35-93,1 53-16,69 0 16,19 53 15,17-18 0,-88-70 0,53 35-15,-53 0 0,0-18-1,0 18 1,-18-35-1,18 17-15,-18 0 16,18 0 0,-18 1-1,1-19 1,-19 19 0,18-36-1,1 35 1,-19-35-1,19 35 17,17-17-17,-1-18 1,-16 35 0,-19-35 15</inkml:trace>
  <inkml:trace contextRef="#ctx0" brushRef="#br0" timeOffset="14942.02">16140 11342 0,'0'-18'15,"0"-70"1,0 35 0,0 0-1,0 0 1,0 36 15,17 158 63,-17-53-63,0 71 0,0-124-15,0-53 15,35-88-15</inkml:trace>
  <inkml:trace contextRef="#ctx0" brushRef="#br0" timeOffset="15409.9">16334 11007 0,'35'0'32,"18"0"-1,-18 0-15,18 0-16,18 17 31,-54 1 0,-17 17-15,0 0-1,0 1 1,0 52 0,0-35-1,0-35-15,0 17 16,0 35-1,0-17 1,0-70 47</inkml:trace>
  <inkml:trace contextRef="#ctx0" brushRef="#br0" timeOffset="15738.03">16404 11218 0,'18'0'46,"70"0"-30,-35 0 15,0 0-15,0 0 0,-36 0-1</inkml:trace>
  <inkml:trace contextRef="#ctx0" brushRef="#br0" timeOffset="26268.27">847 9737 0,'0'-36'47,"-18"36"-16,-17 0-15,35-35-1,-18 35 1,-17 0 0,35 18 15,-35 35-15,35 0-1,0-1 1,0-34-1,52 17 1,1-35 0,0 0-1,0 0 1,35-53 0,-35-17-1,0-36 16,-17 18-15,-36 0 0,0-36-1,-18 36 1,-17 53 0,17 17-1,-17 18-15,-1 0 31,19 0 1,17 124-1,0-71-15,17 17-1,1 36 16,-18-71-31,0 18 16,35 0-16,-35 18 16,0-19-1,36-16 1,-36-1 0,35-53 30,0-35-30,-35 18-16,18 35 16,17-35-1,18 53 48,0 34-32,-35-16-15,17-36-1,18 17 1,-18-17 0,0 0-1,1-88 1,-36 35-1,0 0 1,-18 18 0,0 35-1,-17 0 17,35 71-17,0-18 16,18-18-15,17-35 0,0 0-1,71 0 1</inkml:trace>
  <inkml:trace contextRef="#ctx0" brushRef="#br0" timeOffset="27833.61">1887 9807 0,'0'-35'16,"0"17"15,-35-17 0,0 35-31,17 0 31,-17 35-15,0 1 0,35 34-1,17-70 1,19 0-1,-1 0 1,0 0 0,-17-18-1,17 142 48,0 52-32,-35-123-31,0 0 16,0 71-1,-17-36 1,-36-18 0,0-70-1,0 0 1,18 0-1,-18-70 1,53-18 0,0-1-1,0 1 1,35 35 0,0 18-16,36-35 15,-18 17 1,17 17 15,-34-17-15,-1 0-1,0 18 1,-35 18 15,0 34 32,0 71-32,35-88-31,1 18 31,34 17 0,-17-52-15,-35-19 0,17 1-1,-35-53 1,0 53 0,-71-1-1,19 36 1,16 0-1,1 36 1,35-19 0,0 36-1,35-18 1,18-35 0,0 0-1,0 0 1,0-88-1,-18 18 17,-35 52-17,0 53 48,36 18-48,-19-17 1,18-19 0,-17-17-1,35 0 1,-18-53 0,-17-17-1,-18 34 1,0 89 46,35 53-46,-35-88 0,71 35-1,-54-53 16</inkml:trace>
  <inkml:trace contextRef="#ctx0" brushRef="#br0" timeOffset="28450.35">3140 9737 0,'0'-36'32,"0"-87"-17,0 70 1,17-53 15,-17 53-15,18 53 31,17 88-16,-35-35-16,0 36 1,36 105 0,-36-124-1,0-35 1,0-17 0</inkml:trace>
  <inkml:trace contextRef="#ctx0" brushRef="#br0" timeOffset="28949.46">3387 9895 0,'35'-53'16,"-35"36"-1,35-89 1,0-53 0,-35 53-1,0 18 1,0 53-1,0 17 17,0 54 15,18 105-16,-18-53-16,35 18 1,-35-18 0,0-35-1,0 0 1,0-71 31</inkml:trace>
  <inkml:trace contextRef="#ctx0" brushRef="#br1" timeOffset="47555.82">13370 10724 0,'-35'0'31,"0"18"0,-1 53 0,1-71-15,35 17-16,-17 36 16,-19 0-1,1-35 1,35 35-1,0 0 1,0-1 0,0 19-1,0 0 1,18-36 0,17 18-1,-17 0 1,-18-36-1,35 19 1,0 17 15,-35-18-15,18 0 0,17-35-1,-35 18 1,35-18-1,-17 35 1,35-35 15,-18 0-15,0 0 0,-17 0-1,17 0 1,-17 0-1,17 0 1,0 0 15,-17-18-15,17 18 0,18-17-1,-17 17 1,-19-36-1,19 1 1,-1 35 0,-18-17-1,19-19 1,-36 1 0,17 35-1,19-71 1,-1 36-1,-35 18 1,0-36 0,18 0 15,-18 17-15,0 1-1,0 17 1,0-17-1,0-18 1,0 18 0,0 17-1,0-17 1,0 0 15,0 17-15,-36-17-1,36 0 1,-35 17 0,17 18 15,18-35-15,-35 35-1,0-36 1,17 36-1,18-17-15,-35 17 16,17 0 0,-17-35-1,-18 35 1,18 0 0,-1-36-1,19 36 1,-18 0-1,17 0 1,-17 0 0,-1 0 15,1 18-15,-71 17-1,71-17 1,-18 35-1,0-18 1,36-17 0,-19 17-1,36-17 1,0 17 0</inkml:trace>
  <inkml:trace contextRef="#ctx0" brushRef="#br1" timeOffset="48139.43">13494 11289 0,'0'-71'47,"35"-35"-31,-35 54 15,0 16-15,0 19 15,0 34 31,-18 107-30,18 35-1,0-124-16,-17 0 1,17 0 0</inkml:trace>
  <inkml:trace contextRef="#ctx0" brushRef="#br1" timeOffset="48639.32">13705 11201 0,'0'0'0,"0"-53"16,0-18 15,0 89 110,0 123-110,-17-35 16,17-53-31,-18-18-16</inkml:trace>
  <inkml:trace contextRef="#ctx0" brushRef="#br1" timeOffset="50140.46">12259 11730 0,'-35'35'16,"17"-35"-1,89-18 79,-1 18-78,1-52-1,88-19 17,-107 53-17,1-17 1,18 0-1,17 0 1,-35 17 0,0-17-1,-18 35 17,-52-36 124,-19 36-141,19-35 17,34 35 61,19 0-77,-19 0 0,18 0 15,-35 18-31,0-1 31,0 19-15,-17-1-1,17-17 1,-18 17 0,-17-35 15,35-18 0,0 1-15,0-19-1</inkml:trace>
  <inkml:trace contextRef="#ctx0" brushRef="#br1" timeOffset="51271.31">12206 12188 0,'-18'-35'31,"18"70"32,0 89-16,18-89-32,-18 0 1,18-52 15,-18-18-15,0-54-1,35 54 1,-35 0 0,71 0-1,-36 35 32,-35 17-31,35 54-16,-35-18 15,0-18 1,0 0 15,35-35-15</inkml:trace>
  <inkml:trace contextRef="#ctx0" brushRef="#br1" timeOffset="51654.27">12488 12224 0,'0'35'32,"0"0"-17,0-17 16,36-18-15,-19 0 0,19-18-1,-36-17 1,0 0 0,0 17-1,-18 18 1,0 0-1,-17 0 1,35 53 0,0 0-1,18-53 1</inkml:trace>
  <inkml:trace contextRef="#ctx0" brushRef="#br1" timeOffset="52030.36">12665 12206 0,'0'18'46,"0"52"-14,17-70-17,19 0 17,-19 0-1,-17-123-16,0 105 1</inkml:trace>
  <inkml:trace contextRef="#ctx0" brushRef="#br1" timeOffset="52388.27">12841 12188 0,'0'18'16,"0"35"-1,35-18 1,-35-17-1,36-18 1,-19 0 0,19-71-1,-1 18 1,-35 18 0,0 0-1,-18 0 1,-35 35-1,18 17 1,35 19 0</inkml:trace>
  <inkml:trace contextRef="#ctx0" brushRef="#br1" timeOffset="53003.22">13511 11695 0,'0'0'0,"0"17"31,-35 18 0,35 1-15,-35 17 0,0 53-1,35-36 1,-53 18-1,-36 142 1,37-54 0,16-70-1,1 0 1,35-53 0,-18-18 15,18 0 0</inkml:trace>
  <inkml:trace contextRef="#ctx0" brushRef="#br1" timeOffset="53320.08">12912 12965 0,'53'-36'47,"-1"36"-32,1 0 1,36-35 0,-36 35-1,-1 0 1</inkml:trace>
  <inkml:trace contextRef="#ctx0" brushRef="#br1" timeOffset="53569.38">12947 13017 0,'70'0'31,"-17"0"-15,0 0-1,0-17 1,35-18 0,-17-1-1,-71 19-15</inkml:trace>
  <inkml:trace contextRef="#ctx0" brushRef="#br1" timeOffset="54402.24">13794 11659 0,'0'18'78,"17"88"-62,54 53 15,-18-89-16,-53-17-15,53 70 16,0 1 0,-1-1-1,-16-52 1,17 35 0,-53-71-1,35 18 1,-35-18-1,0 1 1</inkml:trace>
  <inkml:trace contextRef="#ctx0" brushRef="#br1" timeOffset="54718.49">14058 12859 0,'35'-18'31,"89"-17"0,-36 35 1,-53 0-1,-52 0-16</inkml:trace>
  <inkml:trace contextRef="#ctx0" brushRef="#br1" timeOffset="54984.99">14093 12947 0,'0'0'16,"18"0"0,70 0-1,0-18 1,-35 18 0,-17 0-1,-19 0 16</inkml:trace>
  <inkml:trace contextRef="#ctx0" brushRef="#br1" timeOffset="64147.02">12188 7832 0,'-17'0'16,"17"-36"15,88 36 94,-35-35-109,35 35-1,18-35 1,-18 35 0,18-35-1,-71 35-15,36 0 16,105-36-1,-70 19 1,-18 17 0,18-36-1,-18 1 17,-52 35-17,-1 0 16,-70 0 16,-18 0-47</inkml:trace>
  <inkml:trace contextRef="#ctx0" brushRef="#br1" timeOffset="65145.98">12171 7761 0,'0'-35'47,"35"35"-31,-35-35-16,53-1 15,-18 36 1,1-35 0,-36 53 46,-18-18-46,0 17-1,-35 19 1,53 16-16,-35-52 16,0 18-1,0-18 1,35 35 0,0 1 46,17-19-31,54 19 1,-18-36-17,-18 35 1,-17-35 46,17 0-46</inkml:trace>
  <inkml:trace contextRef="#ctx0" brushRef="#br1" timeOffset="66799.06">13600 7708 0,'35'-35'31,"-35"0"1,-18 17-17,-35 18 1,36 0-1,-19 0 1,1 53 0,0-18-16,35 18 15,0 0 1,35-18 15,-17-35-15,17 0-1,-17-17 1,17-36 0,0 17-1,-35 1 1,0 53 46,18 35-30,52-53-1,1 0 0,-36-71-15,-35 1-1,18-19 1,-18-16 0,0-72-1,0 124 1,0 18 0,0 141 77,0 0-77,0 88 15,35-88-15,0-54-1,1-16 1,-19-36 0,19 0-1,-1-18 1,-35-52 0,18 17-1,-18 17 1,0 54 62,0 17-62,0-17-1,0 17 1,35-35-1,18 0 1,-18 0 0,-35-35-1,18-18 1,-18 88 46,35 36-30,35-36-1,36-35 0</inkml:trace>
  <inkml:trace contextRef="#ctx0" brushRef="#br1" timeOffset="67527.89">14429 7726 0,'0'0'0,"35"0"16,-35-53 0,0 18-1,-18 17 1,-35 18 0,36 0-1,-19 71 16,36-54 1,36-17-1,-1 0 0,-17 0 16,17 0-31,-17 0-1,17 0 1,18 35 0,-18-35-1,18-17 1,0-89-1,-18 18 1,-35 0 0,0-89-1,0 71 1,0 53 15,-18 1-15,1 52-1,17-18 1,-35 18 0,35 70-1,0-34-15,-36-1 16,36 177 0,18-89-1,17 1 1,0-54-1,1-17 1,-36 0-16,-18-53 47</inkml:trace>
  <inkml:trace contextRef="#ctx0" brushRef="#br1" timeOffset="68132.08">13564 7338 0,'0'0'0,"106"0"31,18 0-15,17 0 0,53 0-1,-124 0 1,-34 0 0,-89 35 77</inkml:trace>
  <inkml:trace contextRef="#ctx0" brushRef="#br2" timeOffset="124463.34">15258 9384 0,'17'0'31,"-17"-35"-15,0 17 15,0-35-15,-35 18-1,17 35 1,-52-36-1,52 36 1,-17 0 0,35 18-1,-35 35 1,35-35 0,0 17-16,0 18 15,0-18 1,17 0-1,19-17 1,52-18 0,-53 0-1,-17-35 1,-18 17 0,0-17-16,35 53 125,-17-1-110,-18 18 1,35-35-16,35 36 31,-34-36-15,-1-18-1,-17-70 1,-18 53-16,35-36 16,-35-123-1,0 18 1,0 87-16,35-52 31,-35 88-15,0 71 62,0 35-63,0 0 1,0 35 0,0-35-16,0 18 15,0-1-15,0 18 16,35-17 0,1-1-1,-19-52 1,54-18-1,-53 0 1,17 0 0,0-53 31,-35-17-32,0 122 63,0 19-62,0-36 0,18-17-1,17-18-15,18 0 16,-18 0-1,0 0 1,1-88 0,-36 17-1,0 54 17,0 69 30,0-16-46,17-36-1,19 53 1,-1-18 0,18-35-1,35 0 1,-53 0-1</inkml:trace>
  <inkml:trace contextRef="#ctx0" brushRef="#br2" timeOffset="125295.7">16457 9260 0,'0'-35'16,"-18"17"15,-17 18-15,18 0-1,-36 53 1,17 0 0,36-35-1,53 17 16,-35-35-15,-18-17 0,35-1-1,0 18 63,-17 0-62,17 0 0,54 0-1,-37 0 1,19-35 0,-36-18-1,1-106 1,-36 0-1,0-52 1,0 52 0,-18 18-1,0 105 1,-17 19 15,0 17-15,35 70 15,0 36-15,0 0-1,17 53 1,36-18 0,71 106-1,-89-159 1,-35-35-1,18 0 1,-18-18 0,-18-52 31,0-19-47</inkml:trace>
  <inkml:trace contextRef="#ctx0" brushRef="#br2" timeOffset="126109.19">15363 8890 0,'-35'0'31,"53"0"31,-1 0-46,89 0 0,-53 0-16,18 0 15,123-18 1,-88 18-1,-71-35 1,-17 35 0,-36 18 93</inkml:trace>
  <inkml:trace contextRef="#ctx0" brushRef="#br2" timeOffset="147634.89">4127 1570 0,'18'0'125,"0"35"-109,52-35 15,-17 0-15,0 0-1,-35 0 1,17 0 0,0 0-1,-17 0-15,17 0 16,-17 0-1,17 0 1,0 0 0,-17 0-1,17 0 1,-17 0 0,53 0 15,-19 0 0,-34 0-15,17 0-1,1 0 1,-19 0 0,19 0-1,-19 0 1,19 0 15,-1 0 0,-35 35 16</inkml:trace>
  <inkml:trace contextRef="#ctx0" brushRef="#br2" timeOffset="152230.6">8167 1570 0,'17'0'63,"36"0"-32,-17 0 0,-19 0-15,54 0-1,-18 17 17,-36-17-1,19 0-15,-1 0-1,-17 0 1,17 0-1,18 0 1,-18 36 0,-17-36 15,17 0 0,0 0-15,-52 0 2734,-72 0-2735</inkml:trace>
  <inkml:trace contextRef="#ctx0" brushRef="#br2" timeOffset="156245.04">3792 4180 0,'36'0'109,"-36"53"-77,0 0-17,0-17-15,-18-1 16,18 0-1,0 0 17,35-35 61,1-17-77,140-19 15,106-34 1,-211 70-17,52-35 1,-17 35-1,-53 0 1,-18 0 0,-35-18 1343,-35-17-1343</inkml:trace>
  <inkml:trace contextRef="#ctx0" brushRef="#br2" timeOffset="158457.76">7444 5027 0,'35'0'16</inkml:trace>
  <inkml:trace contextRef="#ctx0" brushRef="#br2" timeOffset="168760.88">14005 9684 0,'-17'0'266,"-1"35"-235,18 0 0,-35-17 0,-1 35 1,19-18-1,17 0-15,0-17-1,-35 17 1,17 1-1,18-19 17,0 19-17,-35-36-15,35 17 16,-36 18 15,36 1-15,-17-19-1,-19 19 17,36-1-1,-35 18 0,17-18 0,18-17 1,-35 17-17,0 0 48,35-17-32,-18 17 0,18-17 1,-35 17-1,35 0 0,-35-35-15,35 18-1,0 17 48,-18-35 15,18 36 0,18-54 438,35-17-501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7T21:08:49.67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1323 13794 0,'-18'-18'31,"36"36"-31,-36-89 16,18 36-16,0-36 31,36 36-15,-1 17 15,-18-17-15,19 35-1,-19 0 1,19 0 0,-1 18-1,-35 17-15,18 35 16,-18 1 15,0 17-15,0 18-1,-89 53 1,36-53 0,18-71-16,0-17 15,-18 17 1,18 18-16,-1-53 16,-34 35-1,35-35 1,17 0-1,18-18 1,0 1 0,0-36-1,0 18 1,0 17 15,35 18 16,-17 0-16,17 0-15,0 35 0,-17 0-1,17-17 16,18 17-15,-17 1 0,-1-36-1,-18 0 1,19 0 15,-19 0-15,36-36-1,0 1 1,0-35 0,-35 34-16,-18 19 15,35-36 1,-35 17 0,0 19 15</inkml:trace>
  <inkml:trace contextRef="#ctx0" brushRef="#br0" timeOffset="13951.23">7814 10178 0,'35'17'406,"89"89"-391,70 18 17,-177-107-1,1 18 63,0-35-79,-1 18-15,-17 17 16,36 18 15,-19-35-15,-17 0-1,18 17 1,-18 18 0,0-18-1,18-17 17,-18-1-1,0 19-16,17 17 17,-17-36-1,0 1-15,0-1-1,0 1 32</inkml:trace>
  <inkml:trace contextRef="#ctx0" brushRef="#br0" timeOffset="16014">9119 9754 0,'18'0'171,"17"0"-139,-17 0-1,-1 0-15,1 0 15,0 0 16,52 0-16,-17 0 0,-35 0-15,0 0-1,-1 0 1,1 0 0,-1 0-1,1 0 1,0 0 31,-1 0 0</inkml:trace>
  <inkml:trace contextRef="#ctx0" brushRef="#br0" timeOffset="20899.7">2787 13529 0,'-18'0'125,"-17"-18"-109,17 18 15,-35 0 0,-17 0 1,52 0-1,-17 0-15,17 0 15,-17 0-16,0 0 48,35 36-47,0-1 15,0-17 0,0 17-15,0-18 15,0 19-15,17-1 15,-17-17-16,36-18 17,-19 0 15,19 0-16,-19 0 0,19 0 0,-1 0-15,-18 0 15,19 0-15,-19 0-1,19 35 1,-1 0 0,-17-17 15,17-18-15,-35 35-1,35 0 32,-35-17-31,0 35 15,0-18 0,0 1-15,0-19 15,0 18-15,0-17 15,-18-18-15,18 35-1,-35-35 1,18 36 15,-19-36-15,36 17-16,-17-17 15,-19 36 17,1-36-17,17 0 1,-17 0-1,0 0 1,17 0 0,-17 0-1,17 0 1,-17 0 15,35-18-15,-35 18 15,35-18-15,0-17-1,0 17 17,-18 18-17,18-70 110,-35 70-109</inkml:trace>
  <inkml:trace contextRef="#ctx0" brushRef="#br0" timeOffset="36306.6">3651 13547 0,'0'-36'109,"18"36"-15,17 0-79,18-35 1,-18 35 0,18 0-1,-35 0 1,17 0-16,0 0 15,-17 0 1,17 0 0,-17 0-1,-18 18 48,0-1-32,0 19 0,0 17-15,0-36 0,0 36-1,0-35 1,0 35-1,0-18 1,0 0 0,0 53-1,0-35 1,0 0 0,-35-35-1,35 17 1,0 0-1,0-17 17,0 17 15,0-17-32,0 17 32,0 1 0</inkml:trace>
  <inkml:trace contextRef="#ctx0" brushRef="#br0" timeOffset="37035.35">3828 13970 0,'0'-35'32,"53"-1"30,-18 36-46,35 0-1,-17 0 1,0 0 0,-18 0-1,1 0 1,-1 0 31,-53 0 140</inkml:trace>
  <inkml:trace contextRef="#ctx0" brushRef="#br0" timeOffset="41574.04">10089 10848 0,'71'-106'188,"-36"71"-173,-17 0-15,35-36 16,-36 36 0,1 17-1,0 0 1,-18 1 0,17-1-1,1 18 63,0 0-62,-18-18 0,35 1-1,-17-18 1,17 17-1,0 18 1,-35-18 0,0 1-1,88-1 188,-70 0-171,0 18-17</inkml:trace>
  <inkml:trace contextRef="#ctx0" brushRef="#br0" timeOffset="44762.72">9719 8467 0,'18'0'235,"105"88"-220,54 53 1,52 35 0,-159-140-16,54 69 31,-107-87 0,19 0 16,-19-1-31,54 54-1,-18-18 1,-35-18-16,-1-35 16,36 71-1,-35-36 1,17-17-1,-17-1 1,-1 1 0,1 0-1,-18-1 1,18 18 15,-1-17-15</inkml:trace>
  <inkml:trace contextRef="#ctx0" brushRef="#br0" timeOffset="47819.67">11518 8449 0,'159'0'281,"-71"-18"-266,-53 18 1,-17 0 0,88 0 171,-53 0-171</inkml:trace>
  <inkml:trace contextRef="#ctx0" brushRef="#br0" timeOffset="52420.51">4727 13917 0,'0'-18'125,"0"-34"-110,0 16-15,18-52 32,-18 17-17,0 19 1,17 34 0,-17 36 155,0 52-155,36 54 15,-36-54-15,0 18 0,0-35-1,0-17 1,0 34-1,35-70 1,-35 35 0</inkml:trace>
  <inkml:trace contextRef="#ctx0" brushRef="#br0" timeOffset="53278.95">5098 13776 0,'-18'18'78,"18"17"-62,0 35 15,0-17-15,0-35 0,0 53-1,18-36 1,-1 0 15,54-35-15,-54 0-1,19 0 1,17-18 0,-36-17-1,19 18 1,-36-19-1,0 1 1,0-18 15,0-70-15,-18 87 0,18 1-1,-18 35 1,-17-35-1,-18 17 1,18 18 0,35-35-1,-35 35 1,-1 0 0,1 17 15,0 1-16,35 35 1,0 53 15,0-36-15,0-17 0,17 0-1</inkml:trace>
  <inkml:trace contextRef="#ctx0" brushRef="#br0" timeOffset="66498.39">13582 11783 0,'18'0'109,"34"0"-78,-16 0-15,-1 0 0,-17 0-1,-1 0-15,36 0 16,-17 0 0,-1 0-1,0 0 1,-17 0-1,-1 0 17</inkml:trace>
  <inkml:trace contextRef="#ctx0" brushRef="#br0" timeOffset="69120.34">5944 13935 0,'36'0'63,"-36"17"46,0-52-31,0-35-62,0-19-1,0 54 1,0 17 0,35-17-1,-35 0 17,17 35-17,-17-18 1,0 71 109,0-18-110,0 1 1,0 34 0,0-17-16,0 0 15,0 53 1,0-88 0,0 34-1,0-16 1,0-19-1,0 19 1</inkml:trace>
  <inkml:trace contextRef="#ctx0" brushRef="#br0" timeOffset="69989.62">6262 14076 0,'0'-35'16,"0"17"-1,0-17 1,0-1-1,0-17-15,0 1 16,0 16 0,0 1-1,17 0 1,-17 17 15,0 53 94,0 1-109,36-19 15,-36 54 0,0-1-15,0-17 0,0 0-1,0 0 1,0 35-1,0-52 1,0-19 31,-18-17 62</inkml:trace>
  <inkml:trace contextRef="#ctx0" brushRef="#br0" timeOffset="77293.96">13141 10054 0,'18'0'125,"-1"0"-78,1 0-32,0 0 32,-1 0-16,1 0-15,-1 0 31,1 0 0,0 0-32,35 0 17,-18 0-1,0 0 0,-17 0-15,17 0 15,-17 0-15,35 0-16,52 18 15,-16-18 1,-54 0-1,-17 0 1,-1 0 0,1 0-1,35 0 17,-36 0-1,1 0-31,17 0 15,1 17 1,17 1 0,-18-18-1,-18 0-15,1 0 16,0 0 0,-1 0-1,-17 18 1,53-1 15,-17-17 32,-19 18-32,1-18-31,-1 0 15,19 18 64</inkml:trace>
  <inkml:trace contextRef="#ctx0" brushRef="#br0" timeOffset="81840.61">6967 13882 0,'0'-35'78,"36"-18"-62,-1-18 15,-35 36-15,0-1 31,35 54 31,-35 17-62,35 107 15,-35-37 0,0 36 0,0-105-15,0-1 0,0-70 62</inkml:trace>
  <inkml:trace contextRef="#ctx0" brushRef="#br0" timeOffset="83045.12">7444 13705 0,'0'-35'31,"35"17"0,0-17 0,18 35 1,-35 18-1,17 35 0,-35 0-15,0 0-1,-18 35 1,1 0 0,-19-35-1,1 0 1,0-36 0,17-17-1,18 36 1,-35-36-1,0 0 1,35-18 15,-18 0-15,18-17 15,0 0-15,0 17 15,35 18-15,-17 0 46,17 53-31,1-18 1,-19-17-17,-17 17 1,35-35 0,1 36-1,-19-36 1,19 0 15,-19-18-15,19-17-1,-1-1 17,-35 19-1,0-18-16,0-1 32,-35 36 16</inkml:trace>
  <inkml:trace contextRef="#ctx0" brushRef="#br0" timeOffset="98633.84">16175 11642 0,'141'0'187,"-18"17"-171,-87 1-16,-1-18 16,0 0-1,-17 0-15,0 0 16,17 0 15,-18 0 0,1 0-15,0 0 0,-1 0 15,19 0-16,-19 0 64,1 0-64,0 0 48</inkml:trace>
  <inkml:trace contextRef="#ctx0" brushRef="#br0" timeOffset="101319.73">8361 14058 0,'0'0'0,"0"-53"63,0 18-48,0-36 1,0-17-1,0 35 1,0-17 0,0 52 15,0 53 94,0 36-109,0-53-16,0 52 15,0-17 1,0 18-1,0-18 1,0-18-16,0-18 31,35-34 32</inkml:trace>
  <inkml:trace contextRef="#ctx0" brushRef="#br0" timeOffset="101951.31">8537 13670 0,'35'0'47,"36"0"-16,-18 0 1,-18 0-1,1 0-16,-36 18 17,0-1-17,0 19 1,0 17 0,0 35-1,0-53 1,0 0-16,0 1 15,0 17 1,0-36 0,0 18-1,0-17 17,0 17-17,0-52 32</inkml:trace>
  <inkml:trace contextRef="#ctx0" brushRef="#br0" timeOffset="102485.45">8661 13970 0,'17'-35'78,"19"35"-62,69 0 15,-69 0-15,-1-36-1,18 36 1,-18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ED00B-82BB-B0FA-39AB-9358B9D4D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F742B6-9652-D395-023C-0BA5118F5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030B36-0061-B31E-023E-A71DCFA4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45645-56F8-37F8-1E63-5D3665E2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EBC62D-21F7-1F5C-B323-E8ABA214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3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BDC7F-7E7B-FEA2-11D5-6685BF0F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5F0D9D-3D51-3B21-73E5-893D36182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A80A46-4EA3-5FF0-CD28-2AF03612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185E1A-2388-417C-E937-06369B51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A214EA-CAFE-64FD-EF22-2ACC0F48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94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8F75-0318-0794-C86A-187CDDCC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F5AB96-2F4D-F3CD-02AE-5CA77DD92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85C709-C11C-DA6B-19CD-878F6586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F72E67-1C25-1B48-C391-AB5A2915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08CA8-6A4B-8D25-7FAC-4B481770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569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489B3-901F-DA4B-D757-B7589FE8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40409-B487-A2A1-53BD-E26A650A4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D0AD35-C41D-1321-C80B-0D9B34498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4CFAD2-70B4-C0F1-08B8-0B8CB064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84EF2E-5C35-99B7-F43B-D8790D7E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E7EB92-B26A-7710-7967-6584A3EC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30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49010-956E-D942-A78C-E7DBE17F0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AF0BFD-3F5B-5AB2-42D3-CE6BB99D2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171BEC-83DC-233A-E63C-66CE8A5B9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A1327F-BC60-864C-51F5-854E02860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1A4243-370F-C5C4-A071-DF0495596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80E936D-CADE-1332-1799-05100A56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5C4B552-6F94-2181-2C2E-FFAC5E94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86C8E3-B2E2-180C-98C3-8E61DEE9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47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28C4C-731D-58FF-D6D0-5B292CCB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215E74-F1CF-5CF8-6189-19A8E025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41EE31-012E-4D92-4852-536A08C3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E8C841-83A5-1C71-DE2F-D117AEA6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6604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CF30653-ED78-C987-E0FD-2EAB6043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662646-65F0-A46B-C4ED-ACFB19DAE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64D946-8FC6-1827-17EB-61920B65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65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AED1-16B4-E814-E53F-C71FC9A3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9AC0B1-2CFD-4495-0048-00339475E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C2C317-7D95-996C-FF9E-4BA7F871B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936D57-1125-C5D6-8501-48FB4C37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520E42-0466-6B2F-5A91-ADD47DED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EE69CD-A1EF-4853-E80E-F99E8096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15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497C9-6477-6E59-1A28-2DBF31E3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93D1A2-228A-383C-B917-3B5B93497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909186-6116-A8BB-11FE-891D21611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ABB13F-1859-0F3A-F931-5F79F76E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226F24-04E4-A9B2-0149-C267C5CF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583568-B0C7-94A4-2B61-0EB8CB9F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91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8AA25-7202-A1B3-2C7C-D7DB40BD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E784FD-B9EE-B2C9-034F-07FCBCB92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4B94DE-0EBA-B472-C138-9DC69C37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4C0CD5-8464-8957-503B-561BEC74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6473A2-A243-E45F-4B8D-8021F9A3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053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02B66F-9C16-89D0-DFF9-CD96A1E0C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41419E-9ADF-27CB-EF57-6BBC838E6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5E8C48-3EDE-F4E2-7054-45D86223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ED8DE3-9D8D-AE67-1F73-BDBC0283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FC2FFC-9722-AB0B-3152-664272ED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6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2872EB-6CC5-6D30-9AE8-CEF70415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744F33-78B8-4617-501D-589E08A00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9A0567-846D-8DD9-B01C-55EC29981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E99C3-FBDB-4E5F-81EB-93F0D6C7BDDA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F22AD-C4FA-FD9B-C056-CA1A94CDF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62148-82F7-68C4-169D-602E99A07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32A18-59E3-4F43-B36F-78305B967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30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16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E81F290-46F4-F44A-CC03-DC466177673C}"/>
                  </a:ext>
                </a:extLst>
              </p14:cNvPr>
              <p14:cNvContentPartPr/>
              <p14:nvPr/>
            </p14:nvContentPartPr>
            <p14:xfrm>
              <a:off x="1562040" y="571320"/>
              <a:ext cx="8128440" cy="55569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E81F290-46F4-F44A-CC03-DC46617767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2680" y="561960"/>
                <a:ext cx="8147160" cy="55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49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867B7B6-5965-B52B-39E1-CAD8A097B641}"/>
                  </a:ext>
                </a:extLst>
              </p14:cNvPr>
              <p14:cNvContentPartPr/>
              <p14:nvPr/>
            </p14:nvContentPartPr>
            <p14:xfrm>
              <a:off x="698400" y="673200"/>
              <a:ext cx="2267280" cy="2495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867B7B6-5965-B52B-39E1-CAD8A097B6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040" y="663840"/>
                <a:ext cx="2286000" cy="25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4E3006-A6D0-5CE0-29CB-6168F478165E}"/>
                  </a:ext>
                </a:extLst>
              </p14:cNvPr>
              <p14:cNvContentPartPr/>
              <p14:nvPr/>
            </p14:nvContentPartPr>
            <p14:xfrm>
              <a:off x="787320" y="501480"/>
              <a:ext cx="11252520" cy="59061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4E3006-A6D0-5CE0-29CB-6168F47816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960" y="492120"/>
                <a:ext cx="11271240" cy="592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45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8F5A8942-1F9D-C6DC-DDE2-21C4FC03E413}"/>
                  </a:ext>
                </a:extLst>
              </p14:cNvPr>
              <p14:cNvContentPartPr/>
              <p14:nvPr/>
            </p14:nvContentPartPr>
            <p14:xfrm>
              <a:off x="765712" y="409486"/>
              <a:ext cx="3734280" cy="17784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8F5A8942-1F9D-C6DC-DDE2-21C4FC03E4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352" y="400126"/>
                <a:ext cx="3753000" cy="17971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F0A0BA8-3756-AF74-43BF-BD0AF3C53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5454" y="3083157"/>
            <a:ext cx="4554215" cy="271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17973DB1-22EE-C2BD-4328-741D7C30BF88}"/>
                  </a:ext>
                </a:extLst>
              </p14:cNvPr>
              <p14:cNvContentPartPr/>
              <p14:nvPr/>
            </p14:nvContentPartPr>
            <p14:xfrm>
              <a:off x="3384720" y="158760"/>
              <a:ext cx="8629920" cy="544212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17973DB1-22EE-C2BD-4328-741D7C30BF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5360" y="149400"/>
                <a:ext cx="8648640" cy="546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46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EFFBDAE-8AD9-F1B0-E604-60B56453D39F}"/>
                  </a:ext>
                </a:extLst>
              </p14:cNvPr>
              <p14:cNvContentPartPr/>
              <p14:nvPr/>
            </p14:nvContentPartPr>
            <p14:xfrm>
              <a:off x="2451240" y="615960"/>
              <a:ext cx="4159440" cy="32706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EFFBDAE-8AD9-F1B0-E604-60B56453D3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1880" y="606600"/>
                <a:ext cx="4178160" cy="32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F812985-A979-0799-8111-52D418DEE4C5}"/>
                  </a:ext>
                </a:extLst>
              </p14:cNvPr>
              <p14:cNvContentPartPr/>
              <p14:nvPr/>
            </p14:nvContentPartPr>
            <p14:xfrm>
              <a:off x="7416720" y="1384200"/>
              <a:ext cx="2902320" cy="19119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F812985-A979-0799-8111-52D418DEE4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7360" y="1374840"/>
                <a:ext cx="2921040" cy="193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106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A222447-AC4C-1C28-4B37-291B3E105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7055"/>
            <a:ext cx="4554215" cy="271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C1D0A86-27CD-8A5A-3714-11078A48A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18243"/>
              </p:ext>
            </p:extLst>
          </p:nvPr>
        </p:nvGraphicFramePr>
        <p:xfrm>
          <a:off x="0" y="3765588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6530005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9398618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900720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8866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480116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43450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94724263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87241152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5060731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795587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92523709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7697542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20250419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9278881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2270889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816546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876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83032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24D048C-0FCF-7EFB-897A-FD6C92B03332}"/>
                  </a:ext>
                </a:extLst>
              </p14:cNvPr>
              <p14:cNvContentPartPr/>
              <p14:nvPr/>
            </p14:nvContentPartPr>
            <p14:xfrm>
              <a:off x="138977" y="3833740"/>
              <a:ext cx="7861680" cy="2415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24D048C-0FCF-7EFB-897A-FD6C92B033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617" y="3824380"/>
                <a:ext cx="7880400" cy="2602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311CB17A-EF1B-2551-1A00-FF8581B56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7138" y="107055"/>
            <a:ext cx="4554215" cy="271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7D3DD86-73AB-BE2E-765C-5E98952FEB64}"/>
              </a:ext>
            </a:extLst>
          </p:cNvPr>
          <p:cNvSpPr/>
          <p:nvPr/>
        </p:nvSpPr>
        <p:spPr>
          <a:xfrm>
            <a:off x="5148100" y="1639152"/>
            <a:ext cx="914400" cy="11830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9121F7C9-A73C-6C0F-7F5E-422D57CD365F}"/>
                  </a:ext>
                </a:extLst>
              </p14:cNvPr>
              <p14:cNvContentPartPr/>
              <p14:nvPr/>
            </p14:nvContentPartPr>
            <p14:xfrm>
              <a:off x="2228057" y="1566820"/>
              <a:ext cx="3842280" cy="254052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9121F7C9-A73C-6C0F-7F5E-422D57CD36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18697" y="1557460"/>
                <a:ext cx="3861000" cy="25592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9725BAB8-B2B6-325E-3ED9-82F23AC8C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37785" y="3518470"/>
            <a:ext cx="4554215" cy="271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01D229-83A2-0056-4959-B77C127DC991}"/>
              </a:ext>
            </a:extLst>
          </p:cNvPr>
          <p:cNvSpPr/>
          <p:nvPr/>
        </p:nvSpPr>
        <p:spPr>
          <a:xfrm>
            <a:off x="9917723" y="5486400"/>
            <a:ext cx="1957754" cy="7033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5E1CAAB6-04CA-A5F6-537A-9E4420BD30E5}"/>
                  </a:ext>
                </a:extLst>
              </p14:cNvPr>
              <p14:cNvContentPartPr/>
              <p14:nvPr/>
            </p14:nvContentPartPr>
            <p14:xfrm>
              <a:off x="6210360" y="2705040"/>
              <a:ext cx="5905800" cy="342324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5E1CAAB6-04CA-A5F6-537A-9E4420BD30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1000" y="2695680"/>
                <a:ext cx="5924520" cy="344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733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333B172-EA18-3A65-2AE8-25438BF0C1E2}"/>
                  </a:ext>
                </a:extLst>
              </p14:cNvPr>
              <p14:cNvContentPartPr/>
              <p14:nvPr/>
            </p14:nvContentPartPr>
            <p14:xfrm>
              <a:off x="1109326" y="1988677"/>
              <a:ext cx="3283200" cy="24004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333B172-EA18-3A65-2AE8-25438BF0C1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9966" y="1979317"/>
                <a:ext cx="3301920" cy="24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8220E6D-6B05-6003-7268-A5C4645128B9}"/>
                  </a:ext>
                </a:extLst>
              </p14:cNvPr>
              <p14:cNvContentPartPr/>
              <p14:nvPr/>
            </p14:nvContentPartPr>
            <p14:xfrm>
              <a:off x="6429987" y="3188917"/>
              <a:ext cx="1721160" cy="89568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8220E6D-6B05-6003-7268-A5C4645128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0627" y="3179557"/>
                <a:ext cx="1739880" cy="914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14442A5B-0E67-CA3F-839B-6C702CEF004B}"/>
              </a:ext>
            </a:extLst>
          </p:cNvPr>
          <p:cNvSpPr txBox="1"/>
          <p:nvPr/>
        </p:nvSpPr>
        <p:spPr>
          <a:xfrm>
            <a:off x="5638799" y="2332229"/>
            <a:ext cx="4431324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inicia_arvore</a:t>
            </a:r>
            <a:r>
              <a:rPr lang="pt-BR" b="0" dirty="0"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t_abb</a:t>
            </a:r>
            <a:r>
              <a:rPr lang="pt-BR" b="0" dirty="0">
                <a:effectLst/>
                <a:latin typeface="Consolas" panose="020B0609020204030204" pitchFamily="49" charset="0"/>
              </a:rPr>
              <a:t> *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abb</a:t>
            </a:r>
            <a:r>
              <a:rPr lang="pt-BR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abb</a:t>
            </a:r>
            <a:r>
              <a:rPr lang="pt-BR" b="0" dirty="0">
                <a:effectLst/>
                <a:latin typeface="Consolas" panose="020B0609020204030204" pitchFamily="49" charset="0"/>
              </a:rPr>
              <a:t>-&gt;raiz = NULL;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0487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3EB6036-FFE4-9297-DEF6-A00079A46F57}"/>
                  </a:ext>
                </a:extLst>
              </p14:cNvPr>
              <p14:cNvContentPartPr/>
              <p14:nvPr/>
            </p14:nvContentPartPr>
            <p14:xfrm>
              <a:off x="463680" y="127080"/>
              <a:ext cx="6940800" cy="61153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3EB6036-FFE4-9297-DEF6-A00079A46F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320" y="117720"/>
                <a:ext cx="6959520" cy="613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F0B73F8-DC1F-1023-8B73-4ED30EC0892E}"/>
                  </a:ext>
                </a:extLst>
              </p14:cNvPr>
              <p14:cNvContentPartPr/>
              <p14:nvPr/>
            </p14:nvContentPartPr>
            <p14:xfrm>
              <a:off x="8121600" y="1174680"/>
              <a:ext cx="3219840" cy="405792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F0B73F8-DC1F-1023-8B73-4ED30EC089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12240" y="1165320"/>
                <a:ext cx="3238560" cy="40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795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E6CF586-1612-83CF-2A0C-D54FF0D248C6}"/>
              </a:ext>
            </a:extLst>
          </p:cNvPr>
          <p:cNvSpPr txBox="1"/>
          <p:nvPr/>
        </p:nvSpPr>
        <p:spPr>
          <a:xfrm>
            <a:off x="0" y="183880"/>
            <a:ext cx="6096000" cy="263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t_no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*novo,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t_no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*atual) {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(novo-&gt;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atual-&gt;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(atual-&gt;direita == NULL) 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atual-&gt;direita = novo;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6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(novo, atual-&gt;direita);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(atual-&gt;esquerda == NULL)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atual-&gt;esquerda = novo;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6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(novo, atual-&gt;esquerda);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518BC0-7D92-C58B-DAEC-ED0CFEE3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521" y="465202"/>
            <a:ext cx="2896004" cy="2057687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A0C481F-A32D-BD11-C8DF-725E102A6DAD}"/>
              </a:ext>
            </a:extLst>
          </p:cNvPr>
          <p:cNvSpPr/>
          <p:nvPr/>
        </p:nvSpPr>
        <p:spPr>
          <a:xfrm>
            <a:off x="8874369" y="1770185"/>
            <a:ext cx="973016" cy="234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5E9E302E-70A2-6DD8-6D0F-5CFEC60EB026}"/>
                  </a:ext>
                </a:extLst>
              </p14:cNvPr>
              <p14:cNvContentPartPr/>
              <p14:nvPr/>
            </p14:nvContentPartPr>
            <p14:xfrm>
              <a:off x="7080120" y="44280"/>
              <a:ext cx="2991240" cy="171504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5E9E302E-70A2-6DD8-6D0F-5CFEC60EB0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0760" y="34920"/>
                <a:ext cx="3009960" cy="17337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tângulo 6">
            <a:extLst>
              <a:ext uri="{FF2B5EF4-FFF2-40B4-BE49-F238E27FC236}">
                <a16:creationId xmlns:a16="http://schemas.microsoft.com/office/drawing/2014/main" id="{7D8C385D-62FC-12B2-BA39-4452F033B5C1}"/>
              </a:ext>
            </a:extLst>
          </p:cNvPr>
          <p:cNvSpPr/>
          <p:nvPr/>
        </p:nvSpPr>
        <p:spPr>
          <a:xfrm>
            <a:off x="8874369" y="973015"/>
            <a:ext cx="82062" cy="27892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CEBB306-3723-D75A-FCCB-F5A8472A194A}"/>
              </a:ext>
            </a:extLst>
          </p:cNvPr>
          <p:cNvSpPr/>
          <p:nvPr/>
        </p:nvSpPr>
        <p:spPr>
          <a:xfrm>
            <a:off x="7655169" y="644769"/>
            <a:ext cx="890954" cy="3282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EBDCFD9-F95D-894C-88AB-417EF3EC1E95}"/>
              </a:ext>
            </a:extLst>
          </p:cNvPr>
          <p:cNvSpPr/>
          <p:nvPr/>
        </p:nvSpPr>
        <p:spPr>
          <a:xfrm>
            <a:off x="9401908" y="1251942"/>
            <a:ext cx="744617" cy="27892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1E7FCA3-F7AE-062E-5DC7-168F1BCB2178}"/>
              </a:ext>
            </a:extLst>
          </p:cNvPr>
          <p:cNvCxnSpPr>
            <a:cxnSpLocks/>
          </p:cNvCxnSpPr>
          <p:nvPr/>
        </p:nvCxnSpPr>
        <p:spPr>
          <a:xfrm>
            <a:off x="8821199" y="973015"/>
            <a:ext cx="305633" cy="278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8AD1CC60-95D6-0FE4-9CF9-74B8398A7186}"/>
                  </a:ext>
                </a:extLst>
              </p14:cNvPr>
              <p14:cNvContentPartPr/>
              <p14:nvPr/>
            </p14:nvContentPartPr>
            <p14:xfrm>
              <a:off x="8705880" y="571320"/>
              <a:ext cx="2273760" cy="200088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8AD1CC60-95D6-0FE4-9CF9-74B8398A71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6520" y="561960"/>
                <a:ext cx="2292480" cy="20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73855045-E863-C930-290F-647C3FCBF972}"/>
                  </a:ext>
                </a:extLst>
              </p14:cNvPr>
              <p14:cNvContentPartPr/>
              <p14:nvPr/>
            </p14:nvContentPartPr>
            <p14:xfrm>
              <a:off x="254160" y="565200"/>
              <a:ext cx="5835960" cy="412128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73855045-E863-C930-290F-647C3FCBF9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4800" y="555840"/>
                <a:ext cx="5854680" cy="4140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BB3C67-AD1E-E44E-505B-40CE7C9BE49B}"/>
              </a:ext>
            </a:extLst>
          </p:cNvPr>
          <p:cNvSpPr txBox="1"/>
          <p:nvPr/>
        </p:nvSpPr>
        <p:spPr>
          <a:xfrm>
            <a:off x="6304085" y="2720303"/>
            <a:ext cx="5835960" cy="4085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print_em_ordem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t_abb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abb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esta_vazia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abb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("arvore vazia\n");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print_em_ordem_rec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abb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-&gt;raiz);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print_em_ordem_rec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t_no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 atual) {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(atual-&gt;esquerda != NULL)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print_em_ordem_rec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(atual-&gt;esquerda);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("%d ", atual-&gt;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(atual-&gt;direita != NULL)  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sz="16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print_em_ordem_rec</a:t>
            </a: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(atual-&gt;direita);</a:t>
            </a:r>
          </a:p>
          <a:p>
            <a:pPr>
              <a:lnSpc>
                <a:spcPts val="2400"/>
              </a:lnSpc>
              <a:buNone/>
            </a:pPr>
            <a:r>
              <a:rPr lang="pt-BR" sz="16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725FA62C-CCC9-98BB-7EA0-23DD2681377C}"/>
                  </a:ext>
                </a:extLst>
              </p14:cNvPr>
              <p14:cNvContentPartPr/>
              <p14:nvPr/>
            </p14:nvContentPartPr>
            <p14:xfrm>
              <a:off x="387360" y="3035160"/>
              <a:ext cx="5652000" cy="214056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725FA62C-CCC9-98BB-7EA0-23DD2681377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8000" y="3025800"/>
                <a:ext cx="5670720" cy="21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4865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249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Andreia Machion</dc:creator>
  <cp:lastModifiedBy>Andreia Machion</cp:lastModifiedBy>
  <cp:revision>2</cp:revision>
  <dcterms:created xsi:type="dcterms:W3CDTF">2025-11-07T18:19:08Z</dcterms:created>
  <dcterms:modified xsi:type="dcterms:W3CDTF">2025-11-07T21:19:43Z</dcterms:modified>
</cp:coreProperties>
</file>