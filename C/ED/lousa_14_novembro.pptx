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128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14T18:45:25.32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21519 3863 0,'0'-35'94,"0"17"-63,0-17-15,-88-18 15,53 53-15,0 0-1,-18 0 1,35 0-1,-17 53 1,17-53 0,18 35-1,0-17 1,-35 17 0,35 0-1,18-17 1,52 35-1,-17 0 1,0-53 15,-18 35-15,18-35 0,-18-18-1,1-17 1,-36-53-1,17 53 1,-17 17 0,0 53 77,0 0-77,0 54 15,0-19-15,36 36 0,-36 35-1,35-70 1,-35-36-1,0-17 1,0-54 31,0 1-47</inkml:trace>
  <inkml:trace contextRef="#ctx0" brushRef="#br0" timeOffset="1066.51">21907 3933 0,'0'-17'47,"18"-36"-31,17-18 46,18 71-31,-17 0-15,17 71 15,-53-36-15,35 36 0,-35 17-1,0-35 1,-18 0-1,-17 70 1,-18-52 15,18-18-15,17-53 0,-17 0-1,35-71 16,0 36-15,0 0 0,0-1 15,17 36-15,1 18 15,17 17-16,1 1 1,-1-1 0,18-18 31,17-17-32,-34 0 1,17 0-1,-18 0 1,-18-35 0,-17 18-1,36-19 1,-36 1 0,-18 35 30</inkml:trace>
  <inkml:trace contextRef="#ctx0" brushRef="#br0" timeOffset="4666.89">10777 1623 0,'-35'0'15,"35"-18"64,18 18-33,-1 0-30,124 0 15,-35-35 1,-70 35-17,52 0 1,-71 0-1,36-35 1,0 35 0,18 0-1,-36 0 1,-17 0 0,17-36-1,-17 36 16,35 0-15,-18 0 0,-18 0 15,19 0 0,-19 0-15,19 0-1,-1 0 1,-17 0-16,17 0 16,-18 0 15,19 0 0,-72 0 110,-34 0-126</inkml:trace>
  <inkml:trace contextRef="#ctx0" brushRef="#br0" timeOffset="6146.81">12065 1535 0,'18'0'78,"-18"35"-62,35-35-1,18 0 1,70 0-1,-70 0 1,-35 0 0,35-18-1,-18 18-15,-17 0 32,17 0-1,0 0 16,-88 0 125,0 0-172</inkml:trace>
  <inkml:trace contextRef="#ctx0" brushRef="#br0" timeOffset="10678.13">21519 4533 0,'0'-17'47,"-17"17"172,-18 17-188,17-17 1,18 18-32,-35-18 31,-18 70 0,0-52 0,-18 17 1,54 18-1,-19-18 0,19-17-15,-19-18-1,1 35 1,17 1 0,-17-19-1,0-17 1,17 36-1,-35-1 1,18-35-16,35 53 16,-53-36-1,0 19 1,18-36 0,35 35-1,-18 0 16,-17-17-15,17-18 0,-17 35-1,0-17 1,17-18-16,18 35 16,-35-35-1,0 35 1,-1 1 15,19-36-15,17 17-1,-36 19 1,1-1 0,18-35-1,-19 17 1,1 19 31,17-36-32,18 35 32,-35-35 16,53 0 30</inkml:trace>
  <inkml:trace contextRef="#ctx0" brushRef="#br0" timeOffset="12064.05">20197 5697 0,'-18'0'63,"-17"0"-48,-36-17 17,18 17-17,18-36 1,-18 36 0,18 0-1,17 0 1,18 18-1,0 17 1,-35-17 0,35 35-1,0-35 1,0 17 0,35 0-1,36-35 1,-19 0-1,-16 0 17,17-35-17,-18 17 1,0-17 0,-35 0-1,0 52 95,36 71-95,-19 36 16,-17-36 1,35-53-17,-35-52 63,0-71-78</inkml:trace>
  <inkml:trace contextRef="#ctx0" brushRef="#br0" timeOffset="12993.21">20408 5697 0,'0'36'31,"0"-19"-15,0 19 0,-35 16-1,35-16 1,0 17-1,18 0 17,17-1-17,0-34 1,18 17 0,-18 1-1,-17-36 1,17 0-1,0 0 1,-17-18 0,17-53-1,1 19 1,-36-1 0,0 17-1,0 19 1,0-19-1,-18 1 17,-17 18-32,-18-72 31,18 54-15,-1 35-1,19-18 1,-19 18-1,19 0 1,-19 0 0,1 0-1,35 36 1,-17-1 0,-19-17-1,36 17 1,0 53-1,36-17 17,-1-36-17,-35 0 1,35-35-16</inkml:trace>
  <inkml:trace contextRef="#ctx0" brushRef="#br0" timeOffset="16058.01">12894 1587 0,'18'0'203,"-1"0"-187,54 0 15,-54 0 0,19 0-15,-19 0 0,19 0 15,-1 0-16,-17 0 17,17 0-1,0 0-15,-17 0 15,17 0-16,-17 0 1,17 0 15,0 0 1,-17 0-1,17 0-16,-17 0 17,17 0 15,0 0-32,-17 0 16,17 0-15,-17 0-16,17-35 16,0 35 15,-17 0 0,17 0-15,-17 0 15,17 0 0,1 0 1,-19 0-1,-17-35 203,-17 35-218,-36 0-1</inkml:trace>
  <inkml:trace contextRef="#ctx0" brushRef="#br0" timeOffset="23605.11">20108 6227 0,'-17'0'156,"-1"0"-125,18 35-15,-35-18 15,17-17-15,18 36-1,-35-1 1,0 0 0,-1-17 15,19 17-16,-19-35 1,1 35 0,17 1-1,-34-19 1,16-17 0,19 53-1,-19-17 16,-17-19 1,18 18-17,-18-17 1,0 17 0,36 1-16,-36-19 31,-35 19-16,70-36 1,18 35 0,-35-17-1,17 17 1,-17-35 15,-1 53 0,19-53-15,-18 35 0,-1 0-1,19-17 1,-19-18 0,19 35-1,-19-17 32,1 17 156,35 0-140,0-52 93</inkml:trace>
  <inkml:trace contextRef="#ctx0" brushRef="#br0" timeOffset="24719.87">18486 7549 0,'0'-35'47,"0"18"-31,0-19-1,0 1 1,70 17 15,-52-17-15,17 35-1,0 35 17,-35 36-17,18-71 1,-18 70-16,0-17 31,-35 36-15,-89 69-1,71-87 1,0-36 0,0-17-1,36-18 1,-36 0-16,35 0 15,18-18 17,0-17-17,0 0 1,0 17 0,36-17-1,16 35 16,-34 0-15,17 17 0,-35 1-16,18 17 15,17 0 1,1-17 0,16 17-1,-16-35 1,-19 0 15,19-17-15,-36-19-16</inkml:trace>
  <inkml:trace contextRef="#ctx0" brushRef="#br0" timeOffset="25703.01">19068 7461 0,'-18'-35'47,"-17"35"-32,-1 0 1,-16 0 0,-1 0-1,17 18 1,1-18-16,35 17 15,0 36 17,0 0-17,18 18 1,-1-71 0,36 0-1,0 0 1,0-36 15,-18 1-15,-17 0-1,17 35 48,-35 35-32,0 89 0,0-89-31,0 53 16,0-70 0,0 17-1,0 0 1,0-17 15,0 17 0,0-17 1,0-71 30</inkml:trace>
  <inkml:trace contextRef="#ctx0" brushRef="#br0" timeOffset="28576.66">14129 1623 0,'35'0'203,"0"0"-171,-35-18-17,18 18 1,17 0 15,-17 0 0,17 0-15,0 0 31,-17 0-31,17-18-1,-17 18 16,17 0-15,1 0 15,-19 0-15,-17-35 0,35 35 15,-17 0-16,17 0 32,1 0-31,-19 0 0,19 0 15,-19 0 0,18 0 0,1 0 1,-19 0-17,19 0 16,-19 0 16,19 0-15,-125 0 171</inkml:trace>
  <inkml:trace contextRef="#ctx0" brushRef="#br0" timeOffset="31134.64">21802 4533 0,'0'-17'47</inkml:trace>
  <inkml:trace contextRef="#ctx0" brushRef="#br0" timeOffset="32298.29">20285 5609 0</inkml:trace>
  <inkml:trace contextRef="#ctx0" brushRef="#br0" timeOffset="37962.14">19191 8220 0,'0'-18'93,"35"18"-15,-17 0-62,17 0 0,18 35-1,-18-35 1,-17 36 15,35-19-31,-18 19 31,1-1-15,-19 0 0,19-35-1,-1 18 1,-18-18-16,19 0 16,-1 35-1,-17-35 1,17 35-1,-17-17 1,17-18 0,0 35-1,-17-17 1,17-18 0,0 35-1,-17 0 16,17-17-15,0-18 0,18 35-1,-53 1 1,36-36 0,-19 35-1,19-17 16,-1-18-15,-17 35 0,17-35-1,0 35 1,-17-35 0,17 35 15,0-35-16,-17 18 1,17 17 0,0 1-1,-17-19 1,17-17 0,1 35-1,-36 1 1,17-36-1,-17 17 1,36-17 0,-36 36-16,0-54 125,0 0-125</inkml:trace>
  <inkml:trace contextRef="#ctx0" brushRef="#br0" timeOffset="39011.97">20832 8908 0,'35'0'63,"-35"-18"-32,-18 18 0,1 0-15,-19 0 0,19 0-1,-19 0 1,1 18-1,17 17 1,18 18 0,-35 17-1,35 1 1,0-18 0,0 0-1,0 0 1,71-18 15,-36-17-15,18-18-1,0 0 1,-18 0 0,0 0-1,1-36 16,-36 1-15,0 17-16,-36 18 16,-17-35-1,18 35 1,0 0 0,-53 0-1,88 18 16,-36-1-15,36 36 0,0 0-16,18-35 31,35-18-15,-18 0-16</inkml:trace>
  <inkml:trace contextRef="#ctx0" brushRef="#br0" timeOffset="39818.44">21414 8943 0,'0'-35'15,"0"17"17,-18 18-17,-17-35 1,-1 35-1,-17 0 1,18 0 0,-18 35-1,53-17 1,-35 17 0,35 18-1,18-36 16,-18 19-31,35-19 16,35-17 0,-34 36-1,52-1 1,-53 18 0,1-18-1,-36-17 1,0 35-1,-18 0 1,-53-18 0,1-35-1,52 0 1,-17-18 0,35-17 15,0 17-31,17-35 31,19-17-15,34-1-1,-17 18 1,-53 18 0</inkml:trace>
  <inkml:trace contextRef="#ctx0" brushRef="#br0" timeOffset="42560">15081 1535 0,'53'0'141,"-18"0"-125,1 0-1,34 0 1,18 0-1,-35 0 1,0 0 0,-17-36-1,-1 36 1,-53 0 171</inkml:trace>
  <inkml:trace contextRef="#ctx0" brushRef="#br0" timeOffset="48310.07">18327 8290 0,'0'-17'31,"0"52"157,-53-17-173,18 17 1,-1 0 0,19-17-1,-19 52 1,19-34 0,-19-1-1,1-18 1,0 19-1,-18-36-15,18 17 16,35 19 0,-18-36-1,18 35 17,-35 0-17,17-35 1,-17 53-1,35-18 1,-35-35-16,17 18 31,-17 17-15,35-17 0,-18-18-1,-17 35 1,0 1-1,35-1 17,-36-35-17,36 17 1,-17-17 15,17 36-15,0-19 15,-36-17-15,36 36-1,-17-36 32,17 35-31,0-53 93</inkml:trace>
  <inkml:trace contextRef="#ctx0" brushRef="#br0" timeOffset="49400.3">17586 9437 0,'0'0'0,"0"-35"31,-18-36-15,18 53-1,-53-17 17,0 0-17,1 17 1,34 18-1,-17 0 1,17 0 0,-17 35-1,35 18 1,0 0 0,0-17-1,0 16 1,0-34-1,35-18 1,18 0 0,-18 0-1,18 0 1,-18 0 15,-17 0-15,-18-35-1,35 35 1,-35 17 0,36 1-1,-36 35 1,17 18 0,-17-1-1,0-17 1,0-35-1,0 35 1,0-18 0</inkml:trace>
  <inkml:trace contextRef="#ctx0" brushRef="#br0" timeOffset="51828.26">15893 1587 0,'0'-17'46,"17"17"64,36-35-95,71-1 17,-89 36-17,18 0 1,0 0 0,-18 0-16,-17 0 15,35-17 1,-18 17-1,-53 17 142</inkml:trace>
  <inkml:trace contextRef="#ctx0" brushRef="#br0" timeOffset="58867.93">20796 9737 0,'0'-18'31,"-35"53"94,17-35-109,-70 88 15,-35 18 0,87-53-31,-17 0 31,1-18-31,16 1 32,-17-1-17,0 71 1,18-89-1,0 36 1,-18 0 0,18 0-1,-18 0 1,-18 0 0,18-18-1,18 18 1,0 18-1,-1-18 1,19 0 15,-18-36-15,17 19 0,-17-36-16,35 17 15,-53 18 1,17 1-1,19-19 1,-18 36 0,35-17-1,-36-19 48,54-17 31</inkml:trace>
  <inkml:trace contextRef="#ctx0" brushRef="#br0" timeOffset="60017.25">19632 11395 0,'-18'0'78,"-52"0"-47,35 0-15,-71 0-1,53 0 17,0 17-17,35-17 16,18 18-15,-35 17 15,35 1-15,0-19 0,0 18-1,0-17 16,18-18 16,-1 0-31,54 0 0,-1 0-1,-17 0 1,-35 0-1,17 0 1,18 0 0,-18 35-1,-17 1 1,-18-19 0,35 54-1,-35-54 1,0 36-1,-17-17 1,-89-1 0,35-35 15,1 0-15,17 0-1,0 0 1,35 0-1,-17 0 1,35-35 31,0-1-31,18 36-16</inkml:trace>
  <inkml:trace contextRef="#ctx0" brushRef="#br0" timeOffset="61232.12">20161 11448 0,'0'-36'15,"-35"36"16,-18 0 1,0 0-1,18 0 16,-18 18-16,18 0 0,-1 17-15,36 0 0,0-17-1,0 17 1,0 0-1,0-17 1,0 35 0,18 0-1,35 0 1,-18-18 0,-17-35-1,17 18 1,-17-18-1,17 0 1,18 0 0,-18 0-1,1 0 17,-19-53-17,18 17 1,-35 19-1,0-18 17,0 17-17,-17-17 1,-18 35 0,-1 0-1,-70 0 1,71 0-1,0 17 1,0 1 31,35 17-31,0-17-16,0 35 15,0-18 1,17-17 15,18-18-15</inkml:trace>
  <inkml:trace contextRef="#ctx0" brushRef="#br0" timeOffset="63997.84">16704 1517 0,'35'0'125,"36"0"-110,-18 0 1,0 0 0,-18 0-16,0 0 15,18 0 1,-53 18-16,35-18 15,1 0 1,-36 35 156</inkml:trace>
  <inkml:trace contextRef="#ctx0" brushRef="#br0" timeOffset="69030.37">17074 9895 0,'-17'0'31,"-1"36"0,-17-1-15,-71 71 15,53-36-15,-17 1-1,17-18 1,17-53-16,1 53 16,-18 17-1,0-17 1,18 18 0,-18-71-1,53 53-15,-123 0 16,70-18 15,0 18-15,17 0-1,-16 17 1,16-52 0,19 17-1,-19-35 1,19 35-1,17-17-15,-36-18 16,1 35 0,0 1-1,17-19 1,-35-17-16,18 36 31,17-1 0</inkml:trace>
  <inkml:trace contextRef="#ctx0" brushRef="#br0" timeOffset="69827.28">15681 11465 0,'-18'18'78,"-35"17"-62,0 18-1,1 0 1,34-35-1,18 17 1,-35 0 0,52-35 15,19 18-15,69-18-1,-34 0 1,17 0 15,-35 0-15,-18 0-16,1 0 15</inkml:trace>
  <inkml:trace contextRef="#ctx0" brushRef="#br0" timeOffset="70210.74">15928 11430 0,'0'18'94,"0"52"-78,0 1-1,0 35 1,0-71-16,0 18 16,0-18-16,0 18 15,18 0 1,-18 0 0,0-18-1,0-53 48</inkml:trace>
  <inkml:trace contextRef="#ctx0" brushRef="#br0" timeOffset="73100.46">17445 1517 0,'-35'35'16,"17"-35"-1,18 35 1,35-35 140,18 0-140,-18 0-1,18 0 1,0 0 0,-35 0-1,17 0 1,0-17-1,-17 17 1,17 0 0,-17 0-16,17 0 31,1 0-15,-19 0 15,18 0-16,-17 0 32,17 0-31,1-35 0,-19 35-1,19 0 32,-89 0 219,0 0-266</inkml:trace>
  <inkml:trace contextRef="#ctx0" brushRef="#br0" timeOffset="79959.88">21378 9772 0,'18'0'109,"0"0"-31,17 0-46,-35 18-17,18-18-15,17 35 32,0-35-17,-17 35 1,17-35-1,18 18 1,-35-18 0,17 35-1,18 0 1,-18-17 15,0 17-15,-17-35-1,35 53 1,-18-18 0,-17 1-1,17-36 1,0 35 0,18 0-1,-17-17 1,-1 35-1,-18-53 1,19 35 0,-19-17-1,19 17 1,17 0 15,-36-35-15,54 36-1,-54-19 1,19 36 0,-1 0-1,18-18 1,0-35 0,-36 18-1,19 17 1,17 1 15,-18-19-15,18-17-1,-18 35 1,18 1 0,35 17 15,-70-18-16,17 0 17,0 0-17,-35-17 17</inkml:trace>
  <inkml:trace contextRef="#ctx0" brushRef="#br0" timeOffset="81288.71">22842 11218 0,'0'0'0,"-35"71"31,35-53 0,18 17 0,-18-18-15,17 19 0,19-36-1,34 0 1,-17 0 0,-35 0-1,17-18 1,0 0-1,-17-17 1,-18 0 0,0 17-1,0-17 1,0 0 0,-35-1-1,-54 1 16,54 35-15,-35 0 0,-1 18-1,36-1 1,35 36 0,0 0-1,0-17 1,17-1-1,36 0 1,0-35 0,-17 35-1,-1-35 1,-18 0 0,-69 36 109,16-19-110,1 36 1,35 0-1,0 0 1,0 18 0,18-19-1,17-34 1,35 17 15,36-35 0,-88-17-15,17-36 0,-35 0-1,35 0 1,-35 18-16,0 17 16,0-17-16,-35-18 15,-18 18 1,18 35-1,-71 0 1,89 0 0,-36 35-1,17 0 1,36 18 0,0 0-1,18-53 1,17 0-16</inkml:trace>
  <inkml:trace contextRef="#ctx0" brushRef="#br0" timeOffset="81955.75">23319 11201 0,'-36'0'47,"36"17"-31,-17 19-1,17-19 1,-36 54 0,36 17-1,0-35 1,53 35 0,0-53 15,35-17-16,-52-18 1,-19 0 0,19 0-1,-1-88 1,0 35 0,-17-18 15,-18 18-16,0-35 1,0 35 0,-35 18-1,-18 17 1,0-17 0,17 35-16,-34 0 15,17 18 1,18 17-1,-18 36 1,53 17 0,0-53-16</inkml:trace>
  <inkml:trace contextRef="#ctx0" brushRef="#br0" timeOffset="84871.81">18521 1464 0,'17'0'62,"1"0"-31,35 0 1,53 0-1,-18 0 0,-35 18 0,-18-18-15,-17 0 0,17 0-1,0 0 1,-17 0 15,17 17-15,-17-17-1,17 0 1,18 0 0,-35 0-1,17 0 16,0 0-15,-17 0 15,17 0 32,-70 0 265,-36 0-312</inkml:trace>
  <inkml:trace contextRef="#ctx0" brushRef="#br0" timeOffset="89820.07">17604 10019 0,'-18'0'15,"18"18"142,0-1-126,35 18-16,18 18 17,-53-17-17,35-1 1,1-17 0,-19 17-1,-17 0 1,36-17-1,-1 35 1,-35 0 0,35-36-1,-17 36 1,-18-18 0,35-17-1,0 17 1,-17 1-1,-18-19 1,35 36 0,1 0-1,-36-18 1,35 1-16,0 17 16,0-1-1,-35-16 1,18-36-1,-18 35-15,35 0 16,1 1 15,-36-19-15,17 18 0,-17-17-1,36 35 1,-19-18-1,18-17 1</inkml:trace>
  <inkml:trace contextRef="#ctx0" brushRef="#br0" timeOffset="90700.19">18221 11359 0,'0'0'0,"0"-35"32,18 18 14,-1-19-30,19 36 15,-1 0-15,-18 0 0,19 0-1,-36 88 16,0-17-15,0 0 0,-18-19 15,-52 19-15,17-53-1,17 35-15,-17-53 16,18 0-1,0 0 1,35-18 0,0-17-16,0-36 31,0 36-15,17 0 15,1 52 0,17 18-15,1 18 15,17 18-15,-18-53-1,0-18 1,-17-89 15,17 72-15</inkml:trace>
  <inkml:trace contextRef="#ctx0" brushRef="#br0" timeOffset="91565.73">18715 11377 0,'0'-18'31,"0"-17"-15,0-18 15,-35 18-15,-18 0-1,0 35 1,17 0-1,1 17 1,35 19-16,0-19 16,0 19 15,0-1-15,18 18-1,17-18 1,0-17-1,18 17 1,-35 0 0,-18 0-16,35-35 15,0 106 1,-35-88 0,0 35 15,-17-18-16,-1-35 1,-35 0 0,0 0-1,36-18 17,17-17-17,0 0 1,0-53-1,35 17 1,18 36 0,-18 17-1,0 18 1,-35-35 15</inkml:trace>
  <inkml:trace contextRef="#ctx0" brushRef="#br0" timeOffset="95026.4">19632 1640 0,'-35'0'15,"35"-35"16,17 35 126,1 0-142,53 0 1,-18 0 0,-18 0-16,18 0 15,-18 0 1,53 18-1,-35-18 1,-18 0-16,1 0 16,-1 0-1,18 0 1,-18 0 0,-17 0 15,-36-18 94</inkml:trace>
  <inkml:trace contextRef="#ctx0" brushRef="#br0" timeOffset="97650.05">22313 4516 0,'-35'0'16,"53"0"140,-1 35-140,36-35-16,71 53 31,-54 0-16,-17 0 1,35 52 0,0-52-1,-35 18 1,53 35 0,-53-53-1,18 17 1,-18-17-1,35 18 1,-18-18 0,-17-1-1,18 1 1,-18-17 0,-53-1-1,35 0-15,0-35 31,1 18-15,-19 17 0,18-35-1,-35 35 17</inkml:trace>
  <inkml:trace contextRef="#ctx0" brushRef="#br0" timeOffset="99132.07">23795 5874 0,'0'-36'32,"0"19"-17,0-18 16,-35-1-15,-1 19 0,1 17-1,-36 0 1,-17 17 0,53 36-1,0 0 1,35 18-1,0-36 1,17 18-16,89-53 31,-88-35-15,35-1 0,-18-34-1,-17 140 63,17 36-46,0-71-32,-35 71 31,35-53-16,-35-88 64</inkml:trace>
  <inkml:trace contextRef="#ctx0" brushRef="#br0" timeOffset="99777.38">24342 5803 0,'0'0'0,"-18"-70"31,-53 52 1,-87-17-1,122 35 0,1 70-15,35-17-1,0-35 1,53 17 0,0-35-1,-18 0 1,1-18-1,-1 18 1,-18 0 0,-17 36-16,36 34 15,-1-17 1,-17 0 0,17 35-1,0-17 1,-35-18 15,0-36 0,-17-17 1,-19 0-17,1-17-15</inkml:trace>
  <inkml:trace contextRef="#ctx0" brushRef="#br0" timeOffset="143819.7">20690 1605 0,'-17'0'16,"-19"0"15,72 0 156,70 0-155,17-18-1,-52 18 0,-18 0-15,-36 0-1,18 0 17,-52 0 186,-18-17-202,-18 17-16</inkml:trace>
  <inkml:trace contextRef="#ctx0" brushRef="#br0" timeOffset="148819.57">15469 12065 0,'-35'0'47,"0"35"0,17 1-31,18-19-16,-35-17 15,17 35 16,18 1-31,-88-1 16,53 18 0,-53 17 15,17-17-15,18 0-1,0 0 1,0-17-1,53 16-15,-35 1 16,-53 0 0,17 18-1,-17-1 1,-35 19 0,70-19-1,17-35 1,1 18-1,0 0 1,-1 0 0,1 0 15,-18 0-15,18 0-1,-18 0 1,18-36-1,0-17 32,52 0 47,18 0-94</inkml:trace>
  <inkml:trace contextRef="#ctx0" brushRef="#br0" timeOffset="149779.06">14076 13511 0,'0'0'0,"0"-35"63,17 35-32,1 0-15,17 18 15,-35 35-15,0 0-1,0-1 1,-17 19 0,-36 53-1,18-89 1,-1 0-1,-17-35 1,-35 0 0,53-53 15,35 0-15,0 18-1,18 0 1,17-1 15,-18 36-15,19 18-1,-1 35 1,-17-18 0,17-35-1,35 18 1,-17-18-1,-35 0 1,35-18 0,-18-17-1,0 0 17,-35-1-17</inkml:trace>
  <inkml:trace contextRef="#ctx0" brushRef="#br0" timeOffset="152350.37">21502 1605 0,'-18'0'16,"53"0"109,54 0-94,16 0 1,-16 0-1,-72 0-16,19 0 1,-1 0 0,18 0-1,-36 0 17,19 0-17,-1 0 1,-17 0-1,17 0 1,-17 0 0,17 0-1,0 0 17,-17 0-1,-54 0 281</inkml:trace>
  <inkml:trace contextRef="#ctx0" brushRef="#br0" timeOffset="164840.79">18256 11906 0,'-35'0'62,"17"36"-46,18-19 0,-35 18-1,0 1 1,17-19 0,18 19-1,-53-1 1,0 18-16,0 0 15,18-36 1,0 19 0,17-1 15,-17 0-15,0-17-1,-1 17 1,19 0-1,-19 1 1,1 17 0,0-18-1,35-17 1,-18 17 0,-17 0-1,-18-17 1,53 35-1,-18-18 1,-17 18 0,0-18-1,35 18 1,-35 0 0,17-18-1,-17 36 1,-1-36-1,19-35-15,17 53 16,-36-18 0,1 1-1,35-1 1,-70 53 0,34-53-1,1-17 16,35 17 126</inkml:trace>
  <inkml:trace contextRef="#ctx0" brushRef="#br0" timeOffset="165524.53">16898 13882 0,'0'0'0,"0"-18"32,0-17-17,0-53 1,0 35-1,0 17 1,0 1 0,0 18-1,0-19 32,18 54 31,-18 123-46,0-70-17,35 87 1,-35-122-1,35 17 1,-35-36 0,18-52 46</inkml:trace>
  <inkml:trace contextRef="#ctx0" brushRef="#br0" timeOffset="166640.04">17462 13547 0,'-35'0'94,"0"0"-79,0 0-15,-18 35 16,-18 0-1,18-35 1,36 18 47,17 17-32,-36 0 0,36-17-15,0 17 15,18-17-15,0-18-1,17 0 16,0 0-15,-17 0-16,17 0 16,36 0-1,-18 0 17,17 0-17,-52 0 1,17 0-1,-17 0 1,-18 35 0,35 18-1,0 0 1,-35-35 0,0 17-1,0 0 1,-17-17-1,-72 17 1,36 0 0,18-35-1,0 0 17,17 0-1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14T18:51:07.281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21361 4586 0,'17'0'78,"19"0"-31,17 0-15,-1 0-1,19 0 0,0 0 0,-19 0 1,1 0-1,0 0 0,-17 0-15,-19 0-1,18 0 1,1 0 0,-19 0-1,19 0 1,-19 0-1,19 0 17,-1 0-17,-17 0 1,17 0 15,-18 0-15,19-35-1,-1 35 1,-17 0 31,17 0-16,-17 0 0,-36 0 141,-35 0-156,18 0-16,-53 17 31,-1-17 0,36 0-15,0 0 0,36 0-1,-18 0 1,-1 0 0,19 0-1,-19 0 1,19 0-1,-19 0 1,1 0 15,18 0 1,-19 0-17,19 0 1,-19 0-1,1 0 17,17 0 15,71 0 109,0 0-141,-17 0-15,-1 0 16,18 0 0,-36 0-16,54 0 15,-18 0 1,0 0 0,-18 0-1,0 0-15,18 0 16,-35 0-1,17 0 17,0 0 46,-70 0 78,0 0-156</inkml:trace>
  <inkml:trace contextRef="#ctx0" brushRef="#br0" timeOffset="16926.86">20320 5415 0,'0'18'47,"18"-18"-16,-1 0 0,-17-36 0,0 1 1,-35 35-1,35 18-16,0 17 17,18-17 15,-1-18-16,-17-36 0,-35 54 47,35 0-62,18-18 31,-1 0-16,-17-36-15,-35 36 15,0 18 0,35 0 0,0 17 1,17-35-17,19 0 1,-36-18-16,17 18 15,-17-17 1,0-19-16,-35 36 47,0 36-16,35-1 0,17-35 1,36 0-1,-35-18-15,-18 1 15,-35 17 0</inkml:trace>
  <inkml:trace contextRef="#ctx0" brushRef="#br0" timeOffset="28268.88">18979 7126 0,'-17'0'125,"17"35"0,35-52-94,-35-1-15,0-17-16,0 17 15,0-17 1,-18 35 0,1 0-1,-18 0 1,35 18-1,0 17 17,0 18-17,0-18 1,17-35 0,1-35 15,17-18-16,-35 0 1,0 35 0,-18 18-1,1 0 1,17 36 15,0-1-15,0-18-1,0-34 48,0-18-47,0-1-1,0 19 1,-35 122 46,35-87-30,70-18-1,-70-88 0,-18 53 0,-17 35-15,35 17 0,0 36-1,0-18 1,18-35-1,-1 0 17,-17-17-17</inkml:trace>
  <inkml:trace contextRef="#ctx0" brushRef="#br0" timeOffset="36080.46">17533 9119 0,'-18'0'32,"-17"0"30,35 36-15,0-19-31,18 18 15,-1-35 0,-17-35-15,0-18-1,0 36 17,0-19-1,-35 36-16,0 18 17,35 35-17,0-18 17,17-35-17,36 0 1,-35-17-1,-18-19 1,0 19 0,0-19-1,-35 36 17,17 0-1,18 18-16,0 17 1,0 18-16,0-18 31,35-35-15,1 0 0,-19-70-1,-17 17 1,0 18-1,-35 35 17,0 0-17,35 17 1,0 36 0,17-35 15,19 17-16,-1-52 1,-35-19 0,0 1-1,-18 0 17,-17 35-17,35 17 16,18 1-15,-18 17 0,0-52 46</inkml:trace>
  <inkml:trace contextRef="#ctx0" brushRef="#br0" timeOffset="43625.29">15857 11095 0,'-17'0'32,"-19"0"-17,19 0 32,17 35-16,0 0 1,17-35-1,36 0 0,-53-17-31,0-19 31,-35 19 1,0 17-17,17 0 16,18 35-15,0 0 0,0-17 15,35-18-15,1 0-1,-1-106 1,-35 71-1,-18 35 17,-17-18-17,0 18 1,0 18 0,35 0-1,0 34 1,0 1-1,17-35-15,18-18 16,1 0 0,17-18-1,-53-52 1,0 35 0,-36-1-1,-17 36 1,36 18 15,17 17 0,35 18-15,0-18 0,18-35-1,-17-35 1,-36 0-1,-18 0 1,-35 35 0,35 0-1,18 88 48,53-88-32,-53-18-15</inkml:trace>
  <inkml:trace contextRef="#ctx0" brushRef="#br0" timeOffset="52786.38">14093 13388 0,'18'0'62,"0"35"-30,17-35-17,36 0 17,-36-17-17,-35-1 16,0-17-15,-18-1 0,-35 1-1,18 35 1,0 18 0,-1-18-1,36 53 1,0-36-16,0 36 15,18-18 1,17-35 0,1 0-1,-1 0-15,0-17 16,-35-36 0,0-18-1,0 54 16,-35-19-15,-18 36-16,35 0 16,18 18-1,0 35 1,0-18 0,0 18-16,18-35 31,17-18-16,1-18 1,-36-52 0,0 34-16,0 19 15,-18 17 1,0 0 15,18 70 0,0-34-15,36-36 0,-1 0-1,-35-18 1,0 0 0,0-17-1,-18 35 1,18 18 31,0-1-32,35-17 1,-17 0 0,-18-35-1,0 0 16,-35 35 1,52 17 15</inkml:trace>
  <inkml:trace contextRef="#ctx0" brushRef="#br0" timeOffset="72160.53">13776 14005 0,'-18'0'266,"-17"0"-188,17 0-47,18 36-15,-35-36-16,35 35 31,-53-18 0,18 19 0,17-36-15,18 35 0,-35-35-1,0 18 1,17 17-1,18-17 1,-35-18 0,17 35-1,18 0 1,-35-35 0,35 18-1,-35 17 1,-1 0 31,36-17-32,-17-18 1,17 35 0,-36-35-1,36 18 1,-17 17-1,-18 0 17,-1 1-17,1-19 1,0 19 15,35-1 0,-53 0 1,17-17-1,19 17-15,-18 0 15,-1-52 188</inkml:trace>
  <inkml:trace contextRef="#ctx0" brushRef="#br0" timeOffset="73141.92">12771 14817 0,'0'-18'63,"17"18"-1,18 0-31,-17 0-31,35-35 32,88 35-1,-106 0 0,18 0 0,-17 0 1,-19 0-17,19 0 1,-19 0-1,18 0 1,1 0 0,-19 0-1,19 0 1,-72 0 78,-34 0-79,35 0-15</inkml:trace>
  <inkml:trace contextRef="#ctx0" brushRef="#br0" timeOffset="74142.09">12788 14958 0,'18'0'125,"-1"0"-93,54 0-1,-18 0-15,-18 0-1,18 0 1,0 0-1,0 0 1,-18 0 0,1 0-1,-1 0 1,-18 0 0,19 0-1,-19 0 16,19 0-15,-36 35 234,-18-35-219</inkml:trace>
  <inkml:trace contextRef="#ctx0" brushRef="#br0" timeOffset="79715.28">13705 13794 0,'18'0'172,"-18"35"-157,0 0 1,35-17 31,-35 17-32,18-35-15,-18 35 16,35-17 0,-35 17 15,36 1-15,-1-19 15,-18 18 0,19-35 0,-36 36-15,17-36 0,19 0 30,-1 0-30,-17 0 15,17 0-15,-18 0 0,19 0 15,-1 0 0,-17-18-15,17-17 15,-17 35 16,17-18-32,0-17 32,-35 0-15,18 35-17,-18-18 1,35-17-1,-35 17 17,35-17-1,-35 0-15,36 17 30,-36-17 17,-18 35 124</inkml:trace>
  <inkml:trace contextRef="#ctx0" brushRef="#br0" timeOffset="82798.99">1711 16316 0,'-18'0'31,"18"-35"63,0-1-79,36 19 16,-1-19-15,0 36 0,-17 0-1,17 0 17,0 36-1,-35-1 0,0 36-15,0-1-1,0-52-15,-17 52 16,-19-17 0,-16 18-1,16-36 1,-17 18-1,0-53-15,36 18 16,-19-18 15,36-36 16,0 19-16,18-19-15,0 36 31,17 0 0,0 18-16,-17 0 0,17 17 1,-35 0-32,36-35 31,16 18 0,-34-18 0,17 0 1,1-35-17,-36-1 48</inkml:trace>
  <inkml:trace contextRef="#ctx0" brushRef="#br0" timeOffset="88537.27">14393 14093 0,'0'0'0,"0"18"187,0 17-155,36-17-1,17 17 0,-53-17-15,35 17-1,-18 0 1,19-35 15,-36 18-15,35 17 0,-17 1 15,17-19-16,0 19 17,-35-1-17,18-17 1,17 17 15,-35 0-15,35-35-1,-35 18 1,18 17 31,17-17-16,-35 17-15,36 0 15,-19-17 0</inkml:trace>
  <inkml:trace contextRef="#ctx0" brushRef="#br0" timeOffset="89266.55">14693 14746 0,'0'35'31,"18"-35"16,-1 0 0,19 0-31,17 0 15,0 0 0,52 0 1,-69 0-17,-1 0 1,0 0-1,-17 0-15,17 0 32,-17 0-1,-71 0 78</inkml:trace>
  <inkml:trace contextRef="#ctx0" brushRef="#br0" timeOffset="89970.89">14658 14958 0,'0'0'31,"18"0"32,17 0-48,18 0 1,17 0 0,-52 0-16,17 0 15,18 0 1,0 0-1,-18 0 1,1 0 0,17 0 15,-18 0 0,-18 0-15,19 0 31,-36 35-32,-36-35 63</inkml:trace>
  <inkml:trace contextRef="#ctx0" brushRef="#br0" timeOffset="97862.14">14164 13335 0,'0'-18'63,"18"18"-48,-1 0 17,-17-35-1,36 35-16,-1-18 17,-18-17-1,19 35-15,-36-35-1,17 35 16,19-18 1,-1-17 30,-17 35 1,-18-35-48,35 35 17,-35-18-1,35 18-16,-35-35 17,18 35 30,-18-18-31,35-17 1,-17 0 30,-18 17-31,35 18-15,0-35 15,-17 35 16,-18-36-31,35 36 15,0-17-15,-17-19 31,17 1 15,1 18-15,-19 17-16,-17-36 0,36 36 1,-36-17-17,17 17 1,-17-36 0,35 1 15,1 17 31,-1-17-15,-35 0-16,18 35-15,-18-18 15,35 18-15,-35-35 15,18 17 0,17-17 16,-35 0 0,35 17-16,-17-17 16,-18 17-15,35-17-1,0 0 31,-17 17-15,17-17-16,-17 35 1,-18-36-17,35 36 17,-35-17-1,35-18 0,-17 35 0,-18-18 1,35 18-1,-35-35 0,18 35-15,17-36 31,1 36-16,-36-17 0,17 17 125,-34 17 63,-54 19-219</inkml:trace>
  <inkml:trace contextRef="#ctx0" brushRef="#br0" timeOffset="103334.55">15293 11853 0,'18'0'31,"-18"36"63,0-19-63,17 19 0,-17-1-31,0-18 16,35-17-1,-35 36 17,36-36-17,-36 35 1,17-17-1,19 17 17,-1-35-1,-17 0-15,17 0-1,-18 0 16,19 35 1,-1-35-32,-17 0 47,17 0-32,0 0 1,-17 0 15,17 0-15,-17 0 15,17 0-15,0 0-1,-17-17 1,17 17 15,-17 0 0,-18-18-15,35 18 0,0 0-1,-35-35 1,18 35-1,-18-36 1,35 36 0,-35-17 15,18 17-15,-18-36-1,35 36 1,-35-17 15,36 17 0,-36-35-15,17-1 31,-17 19-16,35 17 0,-35-36-15,18 19 31</inkml:trace>
  <inkml:trace contextRef="#ctx0" brushRef="#br0" timeOffset="107526.82">2663 16140 0,'0'0'0,"0"17"141,0 18-126,0 1 1,-17 17-1,17 0 1,0-36 0,0 19-1,0-19 1,35-17 46,18 0-30,-35 0-32,17 0 15,-17 0 17,17 0-17,0 0 1,-17 0-1,-18-17 110,0-19-109,0-17 0,0-35-1,0 53 17,0 17-17,0-17 16,0 70 110,0 18-125,0 53-1,0-53 1,0-18 15,0 36-15,0-18-1,0-18 1,0 0 0,0 0-1,0-17 17,0 17 14,0-17-14</inkml:trace>
  <inkml:trace contextRef="#ctx0" brushRef="#br0" timeOffset="110987.83">16016 12259 0,'0'18'156,"35"-18"-140,-17 17 15,17 19 0,1-1-15,-1 0 0,0-17 15,-17 17-16,17 0 1,-35 1 0,35-19-1,1 19 1,-19-19 31,-17 18-32,36 1 17,-19-36-17,-17 17 1,35 19 15,-35-1-15,36-35-16,-36 18 31,17-18-15,-17 35-1,36-18 1,-19-17 0,-17 36 15,36-36-16,-36 35 1,35-35 0,-35 18-1,17 17 17,-17 0 14,36-35 1,-54 0 47,-17 0-94</inkml:trace>
  <inkml:trace contextRef="#ctx0" brushRef="#br0" timeOffset="111691.8">16422 13035 0,'35'0'32,"0"0"-1,-17 0-16,17 0 1,-17-35 0,17 35-1,18 0 1,-18-35 0,18 35-1,0 0 16,-35 0-15,17 0-16,-17 0 16,17 0-1,0 0 1,-17 0 0,17 0-1,-17 0 16,-18-18 1,-35 18 15,-18 18-32,0-1 1</inkml:trace>
  <inkml:trace contextRef="#ctx0" brushRef="#br0" timeOffset="112303.77">16528 13141 0,'17'0'47,"36"0"-16,-35 0-15,35 0 0,35 0-1,-35 0 1,-18 0-1,18 0 1,-18 0 0,-17 0-1,17 0 1,-52 0 125,-54 0-141</inkml:trace>
  <inkml:trace contextRef="#ctx0" brushRef="#br0" timeOffset="116911.71">15946 11024 0,'17'0'78,"-17"-17"-47,35-19 0,-17 36-15,-18-17 0,35 17-1,1-36 16,-19 36 1,19-35-1,-1 18 0,-18 17 0,-17-36-15,36 36 0,-19-35 15,19 17 0,-1-17 32,-17 35-32,17-35 0,-35 17-15,35 18-1,-35-35 17,18 35-17,17 0 1,-35-18 0,18 18-1,17-35 1,0 0 15,-17 35 16,-18-18-31,35 18-1,-35-35 16,18 35-15,-18-18 0,35 18-1,0-35 1,-17 35 31,-18-35-32,35 35 17,-35-18-17,36 18 1,-36-35 0,17-1-1,18 1 16,1 17 1,-36-17-1,17 18-15,-17-19-1,36 36 1,-36-35 15,0 17 0,35 18-15,-35-35 0,18 17 30,-18-17-30,35 35 0,-35-35-1,18 17 17,17 18-1,-35-35-16,35 35 17,-17 0 15,-18-18 15,35 18 47,0-35-30,-88 53 296</inkml:trace>
  <inkml:trace contextRef="#ctx0" brushRef="#br0" timeOffset="119066.93">17057 9490 0,'0'35'79,"0"-17"-48,0 17-16,17 18 1,-17-36 0,0 19-1,36-1 1,-36-17 0,35-18-1,-35 35 1,18 0-1,17 0 32,0-35-31,-35 18-16,18-18 31,17 35-15,0-35 15,-35 18-15,18-18-1,17 35 1,1-35 15,-19 0-15,18 0-1,-17 0 17,17 0-1,1 0-15,-19 0 15,19 0-16,-19 0 17,19 0-1,-1 0-15,-18-35 15,19 35-16,-36-35 1,35 35 15,-35-18-15,18 18 0,-18-35-1,35 35 1,-35-35-1,18 35 1,-18-18 0,0-17-1,0 17 17,0-17-17,35-1 16,-35 19-15,0-18 31,0-1-16,0 19 16</inkml:trace>
  <inkml:trace contextRef="#ctx0" brushRef="#br0" timeOffset="122789.64">3792 16334 0,'36'-36'47,"-36"19"-16,0-19-16,0 1 17,-18 17-17,0-17 17,-17 35-17,0 0 1,17 0-1,-17 0 1,17 0 0,-17 18-1,0-1 17,35 19-17,-36-36 1,36 35-1,0-17 1,0 17 0,0-17 15,0 17-15,53 0 15,-35-35-16,17 35 1,1-35 0,-19 0-1,18-17 1,1 17 15,-36-35-15,17 17-1,19-17 1,-36 17 0,0-17-1,0-1 1,0 54 156,0 17-157,0 1 17,0-1-17,0 0 1,35 18 0,-35 35-1,0-52 1,0 16-1,0-16 1,0-19 0,0 19 46,0-54 173</inkml:trace>
  <inkml:trace contextRef="#ctx0" brushRef="#br0" timeOffset="126329.55">18274 11007 0,'0'35'16,"0"-17"15,0 17 16,0 0-16,35-35 16,-35-53-16,0 36-15,-17-36 15,-36 53-15,17 0 0,1 35-1,0 0 1,35-17-1,0 35 1,17-18 0,1 0-1,35-35 1,0-17 0,-35-19-1,-18-17 1,0 1 15,-18 52-15,-17 0-1,17 0 1,-17 17 0,35 1-1,0 17 1,0-17-1,17-18-15,36 0 32,-35 0-17,-18-18 1,0-52 0,-35 70 30,-1 17-14,36 18-17,0-17-15,0 17 16,18-35 0,17 0-1,18-70 1,-53 52-1,0-17 1,-35 35 15,0 18-15,35-1 0,17 18 15</inkml:trace>
  <inkml:trace contextRef="#ctx0" brushRef="#br0" timeOffset="133691.85">17110 13388 0,'-36'0'78,"36"18"-47,-17-18 0,17 17-31,0 18 31,0-17-15,35-18 31,-17 0-16,-18-35-15,0 0-1,0 17 1,0-17 0,-36 35-1,19 0 1,-18 0 0,35 17-1,0 1 1,0 17-1,0-17 1,17 17 0,18-35 31,1-18-32,-1 1 1,-35-18-1,0-1 1,-35 36 0,35-17-16,-36 17 31,19 35-15,17 0-1,0-17 1,0 17-1,35-35 1,-17 0 15,17-53 1,-35 0-17,-18 53 1,-17 0-1,0 0 1,35 53 15,0-35-15,35 17 0,0-35-1,-17 0 1,-18-35-1,0 0 1,0-1 0,-35 1 15,17 35-15,18 18-1,0 35 1,0-18-1,35-35 1,1 0 0,-36-18 15,0-17-15</inkml:trace>
  <inkml:trace contextRef="#ctx0" brushRef="#br0" timeOffset="137071.64">16845 14252 0,'0'35'141,"-35"1"-110,0 17 0,17-53-15,-17 53 0,-1-18-1,36 0 1,-17-17 15,-19 17-15,1 0-1,0-17 17,17 17-17,-17 1 1,0-1 15,35-18-15,-18-17-16,18 36 15,-35-1 1,0-17 0,35 17-1,-18-35 1,-17 18 15,35 17-15,-36 0-1,1 18 1,17-35 0,18 17-1,-35-35 1,35 35 31,-35-17-32,35 17 17,-18 0-17,-17-17 32</inkml:trace>
  <inkml:trace contextRef="#ctx0" brushRef="#br0" timeOffset="137731.14">15893 15222 0,'0'-17'15,"53"17"17,17 0-1,1 0 0,-18-18-15,-18 18-1,18 0 1,17 0 0,-17 0-1,0 0 1,-35 0-1,17 0 1,-70 0 109</inkml:trace>
  <inkml:trace contextRef="#ctx0" brushRef="#br0" timeOffset="138447.46">15998 15275 0,'-17'0'15,"34"36"95,54-36-79,0-18 0,-1 18-15,-17-18 0,18 18-1,-54 0 1,36 0-1,18 0 1,-36 0 15</inkml:trace>
  <inkml:trace contextRef="#ctx0" brushRef="#br0" timeOffset="142386.54">16739 14023 0,'-35'35'31,"35"-17"0,18 17 1,17 18-1,0 18 0,-17-36 0,17-18 1,0 19-17,1-1 1,-19-35-1,-17 18 1,36-18 0,-19 0-1,19 35 1,-1-35 0,-18 0 15,19 0-16,-19 0 1,19 0 0,-1 0 15,-17 0-15,17 0-1,-18 0 1,19 0 15,-1 0-15,-17 0-1,17-35 17,-17 35-17,17-36 16,0 19 1,-17 17-17,-18-36 1,35 36 0,-35-17-1,18-18 16,17 35-15,-35-36 0,35 19 15,-17-19-15,-18 1 15,35 35 0,-35-18-31,35-17 31,-35 0 1,18 35-17,-18-18 1,0-17 15,35 17 0,-35-17 1,36 0 30,-54 35 79,-35 17-141</inkml:trace>
  <inkml:trace contextRef="#ctx0" brushRef="#br0" timeOffset="144176.93">4568 16475 0,'0'-18'47,"0"-17"-31,0-18 0,0 0-1,18-35 1,-18 17-1,0 54-15,0-19 16,0 1 0,0 53 62,0 17-63,35 71 17,-35-89-17,0 19-15,0 34 16,0-17 0,0 0-1,0 18 1,0-54-1,36-70 79</inkml:trace>
  <inkml:trace contextRef="#ctx0" brushRef="#br0" timeOffset="145427.43">5133 16069 0,'-18'0'79,"-52"0"-64,-18 0 16,52 35 1,1-35-17,35 36 1,-18-36 0,18 17 30,0 18 17,0-17-32,0 17-15,18 1-1,0-36 17,-18 17-17,35-17 17,-17 0-17,34 0 1,-16 0-1,-19 0 17,89 0-17,-71 0 1,1 0 0,-36 36-1,35 17 1,-35-18-1,0 0 1,0-17 0,0 17-1,-18-35-15,-17 18 16,17 17 0,-34 0-1,-1-35 1,17 0-16,-17 0 15,18 0 32,18 0 94</inkml:trace>
  <inkml:trace contextRef="#ctx0" brushRef="#br0" timeOffset="150407.72">17745 14340 0,'0'18'203,"35"-18"-188,-35 18-15,18-18 16,17 35 0,-35-17-1,35 17 1,-17-35-1,17 35 1,-35-17 0,18-18-1,-18 35 1,35-35 0,-35 18-1,35 17 1,-17-35-1,-18 35 1,35-35-16,-35 18 16,35 17-1,-17 0 17,17 1-17,1-19 1,-1 19 15,-17-36-15,-18 35-16,35-35 15,-35 18 17,18-18-17,-18 35 1,35 0 15,-35-17-15,35 17-1,-17-35 1,-18 18 0,35 17-1,-35 0 16,35-35-15,-35 18 0,18-18 15,-18 35 0,35-35 0,-52 0 32</inkml:trace>
  <inkml:trace contextRef="#ctx0" brushRef="#br0" timeOffset="151048.26">18327 15169 0,'35'0'125,"0"0"-109,1 0-1,52 0 1,0-17-1,-53 17 1,18 0 0,0 0-1,-35 0 1,17 0 0,-17 0-1,-18-35 48,-18 35-16,-35 0-47</inkml:trace>
  <inkml:trace contextRef="#ctx0" brushRef="#br0" timeOffset="151648.46">18309 15311 0,'-35'35'16,"53"-35"46,34 0-15,90 0-31,-90 0-1,72 0 16,-106 0-31,70 0 32,-18 0-1,-34 0 0,-54 0 47,-17 0-78</inkml:trace>
  <inkml:trace contextRef="#ctx0" brushRef="#br0" timeOffset="157621.92">17092 13388 0,'18'0'79,"-1"0"-33,-17-35-30,36 35 0,-36-18-1,35 18 1,-35-35 0,18 35-16,-18-36 31,35 36-16,-35-17 1,17-18 15,-17 17 1,36 18-1,-36-35-16,0-1 32,35 36-31,-35-17 15,18-19 32,-18 19-32,35-19 0,-35 1 0,35 35 1,-35-17-17,18-19 17,-18 1-1,35 35-16,-35-18 1,35-17 15,-35 0 1,18 35-17,-18-18 16,35 18-15,-35-35 0,18 35-1,-18-18 1,35 18 15,-35-35-15,36 0 15,-36 17 0,17 18-15,-17-35 31,35 35-16,-35-35-15,36 17 15,-36-17-15,0 17 15,17 18-16,-17-35 17,36-1-1,-36 19 0,35 17 0,-35-36-15,18 1 31,-18 18-16,35-19 0,0 1 1,-35 17 30,18 18-46,-18-35 15,35 35-15,-35-35-1,35 17 32,-35-17-16,18 35-15,-18-18-16,0-17 31,35 35-15,-35-35 0,18 35 30,-18-18-30,0-17 0,35 35-1,-35-18 17,35-17-1,-35 0 16,18 35-32,-18-18 32,35 18 0,-70 0 219</inkml:trace>
  <inkml:trace contextRef="#ctx0" brushRef="#br0" timeOffset="159860.43">17886 11536 0,'0'17'47,"17"-17"-32,-17 36 1,36-19 15,-36 19-15,35-1-16,-17 18 31,17-18-15,-35-17-1,35 17 1,0 18 0,-17-53-1,-18 18-15,35-18 32,-17 35-17,35-35 1,-18 0 15,-35 35-15,18-35-1,17 0 1,-17 0 0,17 0-1,0 0 16,-17 0-15,17 0 0,-17 0 15,17 0 0,0-17 0,-17 17 16,-18-36-31,35 36 0,1-35 15,-19 17 0,19-17 0,-1 35-15,-35-18 0,17-17 15,19 0 16,-1 17 0,-35-17-32,0 0 1,18 17 15,-18-17-15,0 17-1,35-17 17,-35 0-17,0 17 16,0-17 32,35 35-32,-88 0 125,36 0-156</inkml:trace>
  <inkml:trace contextRef="#ctx0" brushRef="#br0" timeOffset="162575.82">6121 16175 0,'0'-35'47,"0"17"-31,0-17 15,0-18 0,0 17 0,35 1 16,0 53-31,-35 17-1,18 36 1,-18 34 15,-71-16-15,36 17 0,0-54-1,-53 37 1,70-89 15,-17-18 0,35-35-15,0 18 0,35 35 30,0 0-14,-35 35-1,18 18-15,17 0-1,0-18 1,18 18-1,-17-53 1,-1 0-16,0 0 16,-17 0 15,-18-35-15,35 35-16,-35-35 15,0 17 1</inkml:trace>
  <inkml:trace contextRef="#ctx0" brushRef="#br0" timeOffset="163610.98">6756 16157 0,'0'-35'15,"-18"35"1,-35-35 15,0 35-15,0 0-1,36 0 1,17 17 0,-36-17-1,36 18 1,0 17 15,0 18-15,18-35-1,0 17 1,35-17 0,-1 17 15,-52 0-31,36-35 16,-36 36-16,35-1 15,0 0 1,-35 0-1,-17 1 1,-19 17 0,19 17-1,-19-70 1,19 0 0,-18-18-1,-1-52 1,36 35-1,0-18 1,18 17 0,17-52 15,0 53-15,18-18-1,-17 53 1,-19-35-1,-17 52 142</inkml:trace>
  <inkml:trace contextRef="#ctx0" brushRef="#br0" timeOffset="166910.63">18680 11924 0,'17'0'63,"1"35"-1,17-35-46,-35 35 0,35-17-1,-17-18 1,-18 35 0,35 1-16,1-19 15,-1 19 1,-17-1-1,17 0 1,0 0 0,0-17-1,-17 17 17,17 1-17,-35-19-15,36-17 16,-36 35-16,35 1 15,0-1 1,-35-17 0,35 17-1,1 0 1,-36-17 0,17 17-1,19 18 16,-1 0-15,-18-18 0,19-35-1,-1 18 32,-17 17-31,-18-17-1,35 17 1,0 0 0,-35-17-1,0 17 1,18-35 0</inkml:trace>
  <inkml:trace contextRef="#ctx0" brushRef="#br0" timeOffset="167641.96">19315 13035 0,'0'-35'47,"17"35"-31,1 0 15,17 0-15,18-35-1,18 35 1,-18-18 15,-18 18-31,35-35 16,-17 35-1,0 0 1,-18 0 0,18 0-16,-35 0 15,17 0 17,-88 0 61</inkml:trace>
  <inkml:trace contextRef="#ctx0" brushRef="#br0" timeOffset="168188.8">19403 13141 0,'53'0'78,"17"0"-47,1 0-15,-18-35-1,0 35 1,-18-36-16,18 36 16,-18-17-1,0 17 1,1 0-1,-1 0 1,-53 0 62,-17 0-78</inkml:trace>
  <inkml:trace contextRef="#ctx0" brushRef="#br0" timeOffset="181439.51">18150 10883 0,'0'-17'141,"-35"-36"-110,35 17-15,0 19 15,-35-19 0,17 19 1,18-18-1,-35-1 0,35 19 0,-35-19 1,35 19-1,-18 17 0,18-36-15,-35 1 15,-1 17 0,19-17 1,17 0-17,-35 35 1,35-18-1,-36-17 17,36 0 15,-17 35-32,17-18 1,-36-17 15,36 17 0,-17 18-15,17-35 0,0 0 30,-36 35-30,36-18-16,0-17 47,-35 35-31,35-18-16,0-17 46,-17 35-14,17-35-1,0 17 47,0-17 31,-36 35-93,36-18 15,-17 18 32,17-35-48,-36 35 954</inkml:trace>
  <inkml:trace contextRef="#ctx0" brushRef="#br0" timeOffset="185650.65">17533 9155 0,'0'-18'125,"35"-17"-78,1 17-31,-19-17 15,19-1 0,-1 1 1,0 18 14,-17-19 1,17 1 0,-35 0-16,35 35-15,-35-18 15,18 18-15,-18-35 46,35 35-30,-35-18-1,18 18 0,17-35 0,-35 0 16,35 17 0,-17-17 0,17-1 0,-35 19 0,36 17-32,-36-36 17,17 36-17,-17-17 32,35 17-31,-35-35-1,36-1 48,-1 1-16,-35 17 0,18 18-32,-18-35 17,35 35-17,-35-18 16,18 18 1,17-35 15,0 0-16,0 0 0,-17 35 125,-18-18-46,35 18-32,-52 0 875</inkml:trace>
  <inkml:trace contextRef="#ctx0" brushRef="#br0" timeOffset="188593.67">18080 7902 0,'35'18'78,"-35"-1"-47,35 19 0,-35-1 0,18-17-15,17 17 0,1 0 15,-1 1-15,-17-36-1,-18 17 16,35-17-15,-18 35 0,19-35 15,-36 36-15,35-36-1,-17 0 16,-18 17-15,35-17 0,-17 0-1,17 0 17,0 36-1,-17-36 0,17 0-15,-17 0 15,17 0-15,0 0 15,-17 0 0,17 0-15,-17 0 15,-18-18-15,35 18 15,0-18 16,-17 18-16,17 0 0,-35-35-15,18 0 15,17 35-15,0-18 15,-17-17 0,17 0 16,1 17-16,-19 18 1,-17-35-17,36-1 16,-1 19 16,-35-19 0,17 36 0,-17-35 16,-17 53 343,-18-18-406</inkml:trace>
  <inkml:trace contextRef="#ctx0" brushRef="#br0" timeOffset="193973.94">7655 16281 0,'0'-18'109,"18"-17"-93,17-1-1,36-34 1,-36 70 0,-35-35 15,18 35-15,-18 17-1,35 1 1,-35 35-1,0 0 1,-18 35 0,-17-17-1,17-1 1,-35-17 0,-17 18-1,70-54 1,-18 18-1,-17-35 17,35-17-1,0-1-15,0-17-1,0 17 1,18-17 15,-1 35 32,19 18-48,-1 17 1,0-17-1,0 17 1,18 0 0,-35-35 31,17 0-32,-35-18 1,35 1-1</inkml:trace>
  <inkml:trace contextRef="#ctx0" brushRef="#br0" timeOffset="195006.94">8361 16228 0,'0'0'0,"0"-18"16,0-17 15,-18 0 0,-17 35-31,-18-18 32,18 18-17,17 0 1,-17 35-1,0 18 1,-1 0 0,36-18-1,0 18 1,18-17 0,52-36-1,-17 0 1,0-18-1,0-17 1,-35-1 15,17 54 47,0 105-46,-35-87-32,0 34 31,0-17-15,0-18-1,0-17 1</inkml:trace>
  <inkml:trace contextRef="#ctx0" brushRef="#br0" timeOffset="207566.75">20496 9013 0,'-35'-17'31,"17"17"16,-17 0 0,35 35-16,0-17-15,35-18 15,36 0 0,-53-36 1,-18-16-1,-36 16 0,1 36-15,17 53 15,18-35 0,0 35-15,18-18 0,35-35-1,0 0 1,-35 0-1,-18-18 1,0-17 0,0 17-1,0-17 1,-53 35 15,53 18-15,-36-1-1,36 19 1,0-1 15,18-35-15,17 0 0,18 0-1,-35-18 1,-18-17-1,0 17 1,-35 18 15,17 0-15,18 18 0,0 17-1,0 1 1,53-36 15,-18-18-15,-35-17 15,0 17-15,-35-17-1,-18 35 1,53 17-16,-53 1 15,53 17 1,0-17 0,35-18-1,1 0 1,-19 0 15,-17-35-15,0-1 15,-35 54 16,35 17-16</inkml:trace>
  <inkml:trace contextRef="#ctx0" brushRef="#br0" timeOffset="-214431.75">19526 11112 0,'0'-35'15,"0"18"32,-17 17-16,17 35 79,0 0-95,17-35-15,1 18 32,17-54-1,-35-52 0,0 53-15,-35 35 15,0 0-15,17 0-1,18 18 1,0 52 31,0-52-32,18 17 1,35-35 0,-36 0-1,18-35 1,-35-18 0,0-18-1,-17 36 1,-1 35-1,-17 0 1,0 18 0,35 17-1,0 0 1,0 1 0,0-1 15,35-35-16,0 0 1,0-18 0,-35-17-1,0-18 1,-17 35 0,-18 18-1,-1 0 1,1 36-1,35-1 1,0 18 0,0-36-1,35-17 17,53 0-1,-52 0-16,-36-52 1,0 16 0,-36 36-16,36-17 15,-70 17 1,70 53 15,0-1-15,0-34-16,18 17 15,17-35 1,-18 0 0,19-53-1,-36 1 1,-18-1 0,-35 17 15,36 36-16,-19 0 1,36 18-16,0 35 16,0-35-1,18 34 1,17-16 0,0-36-1,-35-18 1,0-17-1,-17 17 1,-18 18 0,-1 0-1,54 35 48</inkml:trace>
  <inkml:trace contextRef="#ctx0" brushRef="#br0" timeOffset="-210319.38">19614 12030 0,'-17'0'172,"17"35"-125,-18-17-31,-17 17-1,35 0 1,-18-35-1,-17 53 17,0-18-17,35-17 1,-18-18 0,18 35-1,0-17 16,-35 17 1,35 0-1,0-52 110</inkml:trace>
  <inkml:trace contextRef="#ctx0" brushRef="#br0" timeOffset="-209661.27">19367 12330 0,'-17'0'15,"52"0"173,89 0-157,-36 0 0,-53 0 1,-53 0 61</inkml:trace>
  <inkml:trace contextRef="#ctx0" brushRef="#br0" timeOffset="-209009.59">19420 12400 0,'0'0'0,"36"0"141,105 0-110,-71 0 0,-52 0 1</inkml:trace>
  <inkml:trace contextRef="#ctx0" brushRef="#br0" timeOffset="-206821.64">19262 11695 0,'0'35'63,"0"0"-32,0-17-15,17 17-1,-17 0 1,0-17 0,18-18-16,17 35 31,0 1-15,-17-36-1,-18 17 1,35-17-1,1 35 1,-1-35 0,0 0-1,1 0 1,-19 0 15,18 36-15,1-36-1,-19 0 17,19 0-1,-19 0-15,19 0 15,-1 0-16,-18 0 1,36 0 15,0 0-15,-17 0 15,-19 0-15,18 0-1,1 0 17,-19 0-1,19 0-15,-19-18-1,19 18 16,-36-18-15,35 18 0,-17-35 15,17 0 16,0 17-16,-17-17 16,17 0-16,-35 17-15,18 18 15,-18-35-15,35 35 15,-53 0 110,-17 0-141</inkml:trace>
  <inkml:trace contextRef="#ctx0" brushRef="#br0" timeOffset="-204223.82">9402 16122 0,'-53'0'94,"17"0"-79,-70 0 17,36 18-1,35-18 0,17 0-15,18 35-1,-35-18 17,35 19-17,0-1 1,0-17 15,17 17-15,1-35-1,17 0 1,-17 0 15,17 0 1,0 0-32,18 0 15,-17-18 1,17 18-1,-36 0 1,19 18 0,-1 17-1,-35-17 1,0 17 0,0 18-1,0-18 1,-18 1-1,-17 17 1,-36-36 0,18-17-1,18 0 1,17 0-16,-17 0 31,35-35 0,0 17-15,35-17 15</inkml:trace>
  <inkml:trace contextRef="#ctx0" brushRef="#br0" timeOffset="-203071.49">9984 16122 0,'0'-18'31,"-71"18"1,53 0-1,-17 0-16,17 0 1,-17 0 0,0 0-16,17 0 15,-17 36 1,17-1 0,18 0-1,0 0-15,-35-17 16,35 35-1,0 0 1,18 0 0,17-18-1,0 0 1,53 1 15,-35-36-15,0 35-1,-17-35 1,17 0-16,-1-18 16,-34-17-1,-18 17 1,35-17 0,-35 0-1,-17 17 1,-1 18-1,-35-35 1,0 35 0,0 0-1,18 18 1,0-1 15,17 36 0,18-18-15,0 1 15,0-19 126</inkml:trace>
  <inkml:trace contextRef="#ctx0" brushRef="#br0" timeOffset="-200038.83">19526 11060 0,'0'17'31,"18"-17"63</inkml:trace>
  <inkml:trace contextRef="#ctx0" brushRef="#br0" timeOffset="-198532.88">20267 12030 0,'35'0'171,"-35"35"-155,18 0 0,17-17-1,-35 17 1,36-17 0,-36 17-1,17 0 16,18-17-15,-35 17 0,36 1-1,-19-19 1,19 18 0,-1 1 15,-35-19 0</inkml:trace>
  <inkml:trace contextRef="#ctx0" brushRef="#br0" timeOffset="-198087.61">20408 12506 0,'18'0'46,"35"0"-14,0 0-17,0 0 1,17-18 0,-52 18-16,17 0 15,18 0 1,-35 0-1,-71 0 64</inkml:trace>
  <inkml:trace contextRef="#ctx0" brushRef="#br0" timeOffset="-197673.74">20443 12629 0,'0'0'15,"18"0"32,17 0-31,1 0 0,52-17-1,-18 17 1,-52 0 15,35 0-15,-71 0 46,1 0-46</inkml:trace>
  <inkml:trace contextRef="#ctx0" brushRef="#br0" timeOffset="-192978.72">19544 11024 0,'35'0'94,"-17"0"-63,17-17 0,0-19 1,-17 19-1,-18-19 0,35 36-15,1-35 15,-19 18 0,18 17 1,-35-36-17,18 36 1,-18-17-1,35 17 17,-35-36-17,36 36 1,-36-35 15,17 35-15,-17-18 15,36 18-15,-36-35-1,17 18 17,-17-19-1,35 36-16,-35-35 17,36 17-1,-19-17 16,-17 17-16,36 18-15,-36-35-1,35 0 17,-17 35-1,-18-18-16,35-17 32,-35 17-31,18 18 0,-18-35-1,35 35 1,-35-35-1,35 35 1,-35-18 0,18-17 15,17 0 0,-35 17-15,35 18 15,-35-35 0,18-18-15,17 35 15,0-17 0,-35 0-15,18 35 0,17-18-1,-17-17 17,-18 17-17,35-17 16,-35-1 1,36 19-17,-19 17 17,-17-36-17,35 19 16,1-18 1,-36-1-17,17 36-15,-17-17 32,36 17-1,-36-36-16,17 36 1,-17-17 15,36 17 1,-36-36-17,35 36 16,-35-35-15,18 18 15,17 17 1,-88 0 311,18 0-327</inkml:trace>
  <inkml:trace contextRef="#ctx0" brushRef="#br0" timeOffset="-191246.75">20496 9243 0,'36'17'62,"-36"1"-46,17 17-1,19 18 1,-36-17 0,35 16-1,0 1-15,0-17 16,-17-19 0,17 19-1,18-1 1,-17 0-1,-1 0 1,-18-17 15,19-18-15,-19 0 0,19 35-1,-1-35 1,-17 0-1,17 0 1,0 0 0,-17-17-16,17 17 15,-17 0 1,17 0 0,0-18-1,-17-17 1,17 35-1,-17 0 1,-18-36 0,35 19 15,0 17-15,-35-35-1,18 17 1,17 18-1,1-71 1,-36 54 0,17-19-1,18 1 1,-35 0 0,36 35-1,-36-35 1,17 35-1,-17-36 1,0 19 62,-53 17 94,18 17-172</inkml:trace>
  <inkml:trace contextRef="#ctx0" brushRef="#br0" timeOffset="-188811.22">11077 16140 0,'-35'0'94,"-36"0"-78,18 35-1,18 18 17,0 35-1,35-35 0,0 0-15,0-18-16,0-17 15,18 35 1,52-18 0,-35 0-1,36-35-15,-18 0 16,-18 0 0,0 0-1,-35-17 1,0-1-1,0-17-15,-17-1 32,-19 36-17,-16 0 1,-1 0 15,17 18-15,1 17-1,35-17 1,0 17 0,0-17-1,53-18 32</inkml:trace>
  <inkml:trace contextRef="#ctx0" brushRef="#br0" timeOffset="-187911.98">11642 16245 0,'0'-35'31,"-36"0"0,-34 35 0,17 0 1,18 0-17,17 0 1,18 17 15,18 19 0,-1-1-15,36 0 0,-18 18-1,18-17 1,-17 16-1,-36 37 17,-18-54-17,-17 0 1,17-35 15,-17-17-15,0-19-1,35 1 17,17-53-17,18 70 1,18-70 0,-17 53-1,52-1 1,-88 1-1,17 35 1</inkml:trace>
  <inkml:trace contextRef="#ctx0" brushRef="#br0" timeOffset="-185217.28">23036 10795 0,'-17'0'15,"17"18"17,0 35-1,17-18 0,1-35 0,17 0-15,-35-71 15,0 54-15,-17 17 15,-1 0-15,-17 0-16,-1 0 31,36 35-15,0 0 15,0-17-16,18-18 1,17 0 0,-17 0-1,-18-53 1,0 18 0,0 17-1,-35 18 1,-1 0-1,1 0 1,18 53 0,17-18-1,0 0 1,0 1 0,35-36-1,0 0 1,-35-36-1,35 19 1,-35-18 0,-17-1-1,-19 36 1,1 0 0,0 36-1,35-1-15,18 53 31,17-88-15,0 0 0,0-18-1,-35-35 1,0 18 0,-17 0 15,-36 35-16,18 0 1,35 53 0,0-18-1,35-35 1,18 35 0,-18-52-1,0-36 1,-35 18-1,-17-1 1,-19 36 0,-17 0-16,53 18 31</inkml:trace>
  <inkml:trace contextRef="#ctx0" brushRef="#br0" timeOffset="-179382.85">22772 11977 0,'0'-18'63,"35"18"-48,-35-17 16,35 17 157,-52 0-79,-19 35-77,19 18-1,17-36-16,-35 19 1,-1 34 0,36-52-1,-35 17 1,17 0 15,18-17-15,-35 17 15,35 18 0,-35-53-31,17 35 32,18-17-17,-35 17 1,35 1-1,-18-36 1,18 35 0,-35 0-1,0-17 17,35 17-17,-18 0 1,18-17-1,-35 17 1,-1 1 31,36-19-16,-17 19-15,17-1-1</inkml:trace>
  <inkml:trace contextRef="#ctx0" brushRef="#br0" timeOffset="-178659.53">22119 12894 0,'0'-18'63,"18"18"-32,-1 0-15,54 0-1,-18 0 1,0 0 0,35 0-1,-70 0-15,17 0 16,0 0-1,0 0 1,-52 36 62,-54-36-47</inkml:trace>
  <inkml:trace contextRef="#ctx0" brushRef="#br0" timeOffset="-178210.72">22172 13070 0,'35'0'62,"36"0"-46,-53-17-16,52 17 31,-17 0-15,-35 0-16,35 0 16,-18 0-1</inkml:trace>
  <inkml:trace contextRef="#ctx0" brushRef="#br0" timeOffset="-176010.2">22648 11642 0,'0'-36'47,"0"54"31,0 0-47,36 17-15,-36 0-1,35 0 1,-17-17 0,-18 17-1,35 1-15,0-19 31,-35 19-15,18-36 0,17 17 15,0-17-15,-35 36-1,18-36 1,17 35-1,0-35-15,18 35 32,-17-35-17,-19 0 1,19 0 0,-19 0-1,18 0 1,1 0-1,-19 0 1,-17-18 15,53 18-15,-35 0 0,-18-35-1,35 35 1,18-17-1,-35 17 1,-18-36 0,35 36-1,0-17 1,-17-19 0,-18 1-1,35 17 1,1-17-1,-36 0-15,17 17 16,18-17 15,-35 0 1,36 35-32,-36-18 15,17-17 1,19-1 15,-36 19-15,35 17-1,-35-35 1,18 35 15,-18-18-15,-53 18 140</inkml:trace>
  <inkml:trace contextRef="#ctx0" brushRef="#br0" timeOffset="-172857.83">12700 16245 0,'0'-17'31,"0"-19"1,0 1-1,-35 18 0,-106-54 0,35 71 1,53 18-17,18 17 1,35 18 15,35 17-15,35-17-1,-17 0 1,36 0 0,-54-18-1,18 1 1,-53-1-1,0-17 1,-71 87 15,-35-69 1,71-36-17,0-18 1,35-17-1,0 0 1,17-54 0,36 72-1,36-71 1,-72 88-16,36-53 16,-18 35-1,-35-17 1,0-1 15,0 54 78,0 53-77,18 34-1,53-16 0,-1-54-15,18 0-1,-17-35 17,-36-53-1,0-17 0,-35 34 0,0 19-15,0-36-16,-17 0 16,-19 18-1,-16-1 1,-37 1 0,36 35-1,36 0 1,-18 53 15,35 18-15,0-36-16,0 0 15</inkml:trace>
  <inkml:trace contextRef="#ctx0" brushRef="#br0" timeOffset="-167649.42">23513 11889 0,'17'0'47,"19"0"-31,-1 0-1,-18 35 1,-17 0-16,53-17 16,18 88 30,-36-89-30,18-17-16,-18 53 16,36 0-1,-18-18 1,-18 18 0,18 35-1,0-35 1,-35-17-1,17-19 1,0 19 0,-17-36-1,17 35-15,0-35 16,-17 18 0,17 17-1,1 0 32,-19-17-31,18-18 15,-52 0 31</inkml:trace>
  <inkml:trace contextRef="#ctx0" brushRef="#br0" timeOffset="-167060.91">24201 12753 0,'17'-18'63,"36"18"-32,35-35 0,36 35 1,-107 0-32,54-18 15,-53 18 1,35 0 0,-1 0-1,-34 0 1,17 0 15,-52 0 32,-54 0-48</inkml:trace>
  <inkml:trace contextRef="#ctx0" brushRef="#br0" timeOffset="-166586.05">24148 12965 0,'70'0'31,"18"-18"-15,53-17-1,36-1 1,-89 36 0,-53 0-1</inkml:trace>
  <inkml:trace contextRef="#ctx0" brushRef="#br0" timeOffset="-159693.33">22913 10813 0,'-35'-36'62,"17"36"32,18-17-63,-35 17-15,-1 0 31,36-36-32,-17 36 17,17-17-17,-35 17 1,35-35 31,-18 35-16,-17-36 0,-1 36 16,36-17-16,-17 17-15,17-36 15,-36 36-15,1-35 15,35 17 16,-18 18-31,-17 0 15,35-35-16,-17 35 1,-19-18 15,1 18 1,35-35-17,-18 35 16,-17-35 1,17 35 15,-17-18-16,0 18 16,35-35-32,-18 35 1,-17-35 15,0 35-15,17-18 15,-17-17 16,0 0 0,17 35-16,18-18-15,-35 18-1,17-35 17,-17 35 14,35-18-30,-36 18 15,36-35-15,-17 35 15,-19-36 16,1 36 0,18-17-16,-19 17 16,36-35-31,-17 35 15,-19-36 16,1 36-16,35-17 0,-18 17-15,18-36 0,-35 36-1,35-17 1,-17 17-1,17-36 1,-36 36 31,36-35-31,-35 17 30,35-17-14,-18 35-17,18-17 32,-35 17-31,17-36 62,-17 1-16,0 35 17,35-18-17,-35 18 1266</inkml:trace>
  <inkml:trace contextRef="#ctx0" brushRef="#br0" timeOffset="-157998.75">20302 8855 0,'0'17'31,"18"-17"-15</inkml:trace>
  <inkml:trace contextRef="#ctx0" brushRef="#br0" timeOffset="-156008.33">20408 8890 0,'0'0'0,"-17"0"78,-1 0-47,-17 0-15,-1 0-1,19-35 1,-19 35 0,1-36 46,18 36-31,17-17-15,-36 17 0,19 0-1,-19 0 1,1-35-1,17 35 17,-17-36 30,0 36-46,0-35 15,35 17 0,-36 18-15,36-35 0,-35 35-1,35-18 16,-18 18-15,-17-35 0,35 0 15,-18 35 0,18-18 0,-35 18 1,35-35-17,-35 35 1,35-18 31,-18 18-32,18-35 32,-35 35-31,0-35 31,17 35 0,18-18-32,-35 18 1,35-35 0,-18 35-1,18-18 1,-35 18-1,35-35 1,-35 35 0,35-35 15,0 17 31,0-17-30,0 17 46,0-17-31,0 0-32</inkml:trace>
  <inkml:trace contextRef="#ctx0" brushRef="#br0" timeOffset="-155516.52">19562 8343 0,'0'0'15,"-18"-17"1,18-19 15</inkml:trace>
  <inkml:trace contextRef="#ctx0" brushRef="#br0" timeOffset="-154929.27">19614 8273 0,'-35'0'47,"0"0"-32,0 0 1,-1 0 0,36-18 15</inkml:trace>
  <inkml:trace contextRef="#ctx0" brushRef="#br0" timeOffset="-153444.95">19138 7003 0,'-35'35'32,"35"-17"-1,-35 17 0</inkml:trace>
  <inkml:trace contextRef="#ctx0" brushRef="#br0" timeOffset="-151569.98">18927 7179 0,'-36'0'31,"54"0"16,35-18-16,35-35 0,-35-17 0,-18 35 1,0 35-17,-35-18-15,18 18 16,17 0 0,-35-35-16,18 35 15,-18-18 32,35 18-31,1-35-1,-19 0 17,-17 17-17,35 18 1,-35-35-1,18 35 1,-18-18 0,35 18-1,-35-35 1,36 35 0,-36-36-1,17 36 1,-17-17 15,36 17 0,-36-36 1,17 36-17,-17-17 1,36 17-1,-36-35 1,35-1 0,-18 36-1,-17-17 1,36-19 31,-1 1-16,-17 17-15,-18-17-1,35 35 1,-35-17 0,18 17-1,17 0 1,-35-36-1,35 36 1,-35-35 0,18 35-1,17-18 17,0 18-1,-35-35 0,18 35-15,-18-18-1,35 18 1,-17 0 15,-18-35-15,35 35-1,0-35 17,-17 35 15,-18-18-32,35 18 32,-52 0 281</inkml:trace>
  <inkml:trace contextRef="#ctx0" brushRef="#br0" timeOffset="-149727">19844 5856 0,'0'35'94,"0"18"-63,35 0 0,0 18 1,18-54-17,-53 19 1,53-1 0,-18-17-1,1-18 1,-19 35-1,19 0 17,-19-17-17,19-18 1,-1 0 0,-18 35-1,19-35 1,-19 0-1,19 0 1,34-18 0,-35 18-1,1 0 1,-1-35 31,53 18-32,-88-19 17,18 36-17,-18-35 1,70 17 0,-34-17-1,-19 0 1,-17 17-1,36-17 1,-1 0 0,-35 17-1,18 18 1,-18-35 0,-36 52 187</inkml:trace>
  <inkml:trace contextRef="#ctx0" brushRef="#br0" timeOffset="-146602.91">13847 16439 0,'0'-17'31,"0"-1"0,35-17-15,-35-18 0,-18 18 15,-17 17-15,0-17-1,-18 35 1,0 0-1,17 0-15,36 35 16,-88 0 0,88 1-1,0 17 1,0-36 0,18 54-1,35-71 1,35 0-1,-35 0 1,-35-18 0,-18-17-1,35 35 1,-35-18 0,35 71 62,-35 0-63,0 0-15,0 88 32,0-106-1,18-35 16</inkml:trace>
  <inkml:trace contextRef="#ctx0" brushRef="#br0" timeOffset="-146022.33">14146 16369 0,'-35'0'31,"35"35"-31,35-70 0,-70 141 31,35 17 0,88 1 1,-35-124-17,-18 35 1,18-35-1,0-18 1,0-52 0,0-1-1,-35 18 1,-18-17 0,0 52-16,0-35 15,-35-17 1,-36 34-1,18 19 1,0 17 0,18 0-1,-18 0 1,0 53 0,53 17-1,0 36 1,0-53-1</inkml:trace>
  <inkml:trace contextRef="#ctx0" brushRef="#br0" timeOffset="-141158.87">20355 5450 0,'0'-17'219,"36"17"-203,-1-36 15,-18 1 16,19 18-16,-36-19 0,17 36-15,-17-17 15,36 17-15,-36-36-1,0 1 17,35 35-17,-35-18 1,18 18 15,-18-35-15,0 18 15,35 17-15,-35-36-1,17 1 17,19 17-1,-1-17 0,-35 0 0,35 35-15,-35-18 31,18 18-32,-18-35 17,35 35-17,-35-35 1,18 35 0,-18-18-16,35 18 15,0-35 16,1-1 1,-19 1-17,19 35 32,-36-18-31,35 18-1,-35-35 1,18 35 0,-18-17 15,35 17-15,0-36 15,-17 36 0,-18-35-15,35 35 15,-35-18-15,18 18 15,17-35 0,0 35 0,-17 0 1,-18-35-17,35 35 16,-53 17 110,-17 19-125,18-36-1,-19 53 1,36-36 0,-17-17-1,-19 36 1,1-36-1,35 35 1,-18-35 0,18 17-16,-35 19 31,0-19 16,17 19-32,-17-1 1,0 18 0,-1-35 15,19 17-15,17 0-1,-35-35 1,35 18-1,-36 17 1,19-35 0,-19 35-1,36-17 17,-35-18-1,35 35 0,-18-35-15,18 18-16,-35-18 15,35 35 1,-18-35 0,-17 35-1,0-17 16,17-18-15,-17 35 0,17-35-1,18-17 423,0-1-423</inkml:trace>
  <inkml:trace contextRef="#ctx0" brushRef="#br0" timeOffset="-139367.58">21731 4851 0,'0'35'94,"0"36"-79,0 34 17,0-52-1,0-17 0,0-54 0,0-17-15,-18-54 0,18 37-1,-17-1 1,17 17 0,0 19-1,0-19 1,17 1 15,1 35-15,17-35-1,54 35 1,-54 17 0,-35 19 30,-18 52-30,-35-53 0,18 18-1,0-18 1,17-35 0,53 0 77,18 36-77,18 52 15,-36 0 0,-35-35-31,0 0 32,0-35-17,0 17 1,0-53 62</inkml:trace>
  <inkml:trace contextRef="#ctx0" brushRef="#br0" timeOffset="-136624.03">15452 16404 0,'0'-53'125,"-36"0"-109,-17 0 0,1 0-1,34 53-15,-35 0 16,0 0 15,35 0-15,18 53 15,0 53-15,18-70-1,35-36 1,0 0-16,-35-18 31,17 18-15,-35-18 15,17 18 0,-17 88 16,0 1-31,0-54-16,0 18 15,0 0 1,0-36 15</inkml:trace>
  <inkml:trace contextRef="#ctx0" brushRef="#br0" timeOffset="-135894.99">15699 16334 0,'0'0'0,"0"-71"31,35 53-15,18 18-1,-18-35 1,18 35-16,18 18 31,-71 17-15,17 36 0,-17-18-1,-53 52 1,-17-16-1,-1-37 32,36-87 0,35-18-31,0 36-1,0-19 1,35 36 0,0 0-1,-17 71 1,17-71 0,-35 18-16,53 17 15,-17-35 1,16 35 15,19-35-15,-18 0-1,-18-18 1,-17 18 0,-18-35-1,0 18 16</inkml:trace>
  <inkml:trace contextRef="#ctx0" brushRef="#br0" timeOffset="-131875.05">23530 5574 0,'0'35'93,"18"-35"-61,0 0-17,17 0 17,-35-35-17,0 0 1,-35 17-1,-36 18 17,53 0-1,18 35-15,0 1-1,0-19 1,36-17 15,-19 0-15,19-53 15,-36 0-15,0 36-1,-18-19 1,0 36-16,-17 18 31,0 0-15,35 17-1,17 18 32,19-53-16,-19-35-15,-17-1 0,0 19-1,-35 17 32,35 88-16,18-70 1,-1-18 15</inkml:trace>
  <inkml:trace contextRef="#ctx0" brushRef="#br0" timeOffset="-127366.2">23636 6350 0,'0'35'16,"-35"-35"-1,17 0 17,18 18-1,-70 17-16,70 0 1,-18-35 0,-17 18-1,-36 53 1,36-36 0,-18 0-1,0 0 1,0 1-1,18-19 1,17 19 0,-17-1-1,-18 0 1,18 1 0,-18 16 15,18-16-16,-1-1 1,19-17 0,17 17-1,-36 0 1,1-17 0,35 17-1,-53 0-15,36-17 31,-19 17-15,1 1 15,53-36 79</inkml:trace>
  <inkml:trace contextRef="#ctx0" brushRef="#br0" timeOffset="-126816.66">22437 7338 0,'0'17'16,"88"-17"31,-18 0-32,72 0 1,-54 0 0,0 0-1,-70 0 1,34 0 0,-34 0-1,17 0 16,-52 0 32,-54 36-47,36-36-16</inkml:trace>
  <inkml:trace contextRef="#ctx0" brushRef="#br0" timeOffset="-126356.1">22472 7585 0,'0'0'31,"88"0"16,71 0-31,-36 0-1,18 0 1,-35 0-1,-70 0 1,-19 0-16,-17 17 156</inkml:trace>
  <inkml:trace contextRef="#ctx0" brushRef="#br0" timeOffset="-122260.84">23372 6191 0,'0'18'172,"35"17"-141,-35 0-15,35 54 0,0-89-1,-17 53 1,17-18 0,1-35-1,-36 35 1,17-35-1,18 18 1,1 17 0,-19-35-1,19 35 1,-1-17 0,-17-18-1,17 0 1,-35 35-16,17-35 31,19 35-15,17-35-1,-36 0 1,19 0 0,17 0-1,-18 0 1,-18 0 31,19 0-32,-1 0 1,-17-17 0,17 17-1,-35-35 1,18 35-1,17-18 1,0-17 0,-35-1-1,18 36 1,-18-17 0,35-19-1,-17 36 1,-18-17 15,35-18-15,-35-1-1,35-17 1,-35 36 0,18-19-1,-18 19 1,35-18 15,-35-1 0,0 19-15,35 17 0,-35-36-1,18 19 32,-71 17 328</inkml:trace>
  <inkml:trace contextRef="#ctx0" brushRef="#br0" timeOffset="-119370.92">17022 16475 0,'-18'-36'31,"18"19"-31,0-18 15,-35-1 1,35 19 0,-53-19-1,35 1 1,-70 17 0,70 18-16,-17-35 15,-18 35 1,35 0-1,-17 0 1,35 18 0,-35 70-1,35-35 1,17 17 0,36-34-1,-35-36-15,17 0 16,53 0 15,18-53 0,-106 18-15,0 70 62,0 88-62,0 71 15,36-88 0,-1-141 32,-35-18-63</inkml:trace>
  <inkml:trace contextRef="#ctx0" brushRef="#br0" timeOffset="-118520.95">17480 16439 0,'0'-35'15,"0"18"1,0-19 0,-18 1 15,-34 17-15,-1 18-1,17-35-15,19 35 16,-36 0-1,0 18 1,35 17 0,18 71-1,0-53 1,53 0 0,0-53-1,-18 0-15,-17 0 16,-18-18-16,53-17 15,-18-1 1,-17 36 0,-18 36 46,0-1-46,0 18-1,0 0-15,0-18 16,0 0-16,0 18 16,0-17-1,0-1 1,0 0 0,0 0 140</inkml:trace>
  <inkml:trace contextRef="#ctx0" brushRef="#br0" timeOffset="-115735.66">24465 6473 0,'0'-35'32,"18"35"93,-18 18-94,53-1 0,-18 19 0,0-1-15,1 0 0,-19-17-1,18 17 1,-17-35 0,17 18-1,1 17 1,-36 0-16,17-17 15,-17 17 1,36-35 0,-1 53-1,-18-35 17,-17 35-17,36-53 1,-1 35-1,-17 0 1,17-35 0,-35 18-1,35 17 1,-17-35 0,17 36-1,0-36 1,-17 17-1,17 18 17,1-35-17,-36 18 1,-18 17 93</inkml:trace>
  <inkml:trace contextRef="#ctx0" brushRef="#br0" timeOffset="-115174.53">25012 7285 0,'18'0'47,"52"-18"-16,18-17 1,53 17-1,-105 18-31,70 0 31,-71 0 0,-18 0-15,-34 0 62,-71 36-62,70-36-16</inkml:trace>
  <inkml:trace contextRef="#ctx0" brushRef="#br0" timeOffset="-114729.08">25047 7532 0,'53'0'47,"0"0"-32,-35 0-15,70-18 32,35 18-1,-70-35 0,-70 35 47</inkml:trace>
  <inkml:trace contextRef="#ctx0" brushRef="#br0" timeOffset="-109542.83">23442 5503 0,'0'18'16,"0"-36"187,0 1-156,-35 17-32,35-36 17,-35 36-17,35-35 1,-18 17 15,18-17 0,-35 35-15,35-35 0,-36 35-1,36-18 1,-17 18 31,17-35-32,-36 0 32,36 17-15,-35 18-17,35-35 1,0 17 15,-18 18-15,18-35-1,-35 35 1,35-35 31,-17 35-32,17-18 1,-36 18 0,1 0 15,35-35-15,-18 35-1,18-18 1,-35-17 15,17 35-15,18-35-1,-35 35 1,35-18 15,-35 18 16,35-35-31,-18 35-1,-17-36 1,0 19 15,17-19 0,-17 36 1,35-35-17,-35 35 1,35-18 0,-18 18 15,-17-35-16,35 18 1,-18 17 0,18-36-1,-35 36 32,35-35-31,-36 35-1,36-18 17,-17 18-17,-19-35 1,1 35 62,18 0-31,17-18 15,-36 18-30,72 0 296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14T19:02:06.37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8537 1658 0,'-17'0'31,"122"0"94,-69-18-109,158 18-1,-88-35 17,-71 35-1,0 0-16,0 0 17,-70 0 202</inkml:trace>
  <inkml:trace contextRef="#ctx0" brushRef="#br0" timeOffset="2148.4">14958 3581 0,'0'-18'47,"0"-17"31,-18 35-62,0 0 15,-70 0 0,71 0-31,-19 35 32,1 36-17,0 17 1,35-18 0,0-17-16,0 0 15,35 18 1,36-54-1,-18 36 1,-1-53 0,-16 0-1,-1 0 1,-35-35 0,0 0-1,0 17 16,-18-17-15,1 35 0,-19 0-1,-52 17 1,53 19 0,35-19-1,-35 19 1,52-36-1,36 0 1,-17 0 0</inkml:trace>
  <inkml:trace contextRef="#ctx0" brushRef="#br0" timeOffset="3132.32">15258 3775 0,'0'-36'32,"0"19"-32,0-18 31,17-1-15,-17 19-1,36-19 16,-19 36-15,18-17 0,1 17 15,-19 0-15,-17 35-16,36 18 15,-36 0 1,0 17-1,0-17 1,0-35-16,-18 17 16,-35 18-1,0 0 1,-17-35 0,52-18-1,-35 35-15,18-35 47,35-53-16,17 18-15,19 17 0,-19 18 15,54 35 0,-53 1-15,17-1-1,18-35 1,-53 18-16,53-18 16,17 0-1,-17 0 1,-18 0 15,1 0-15,-1-36-1,-17 1 1,-18 17 31,-71 36-32</inkml:trace>
  <inkml:trace contextRef="#ctx0" brushRef="#br0" timeOffset="4895.93">9701 1587 0,'18'0'94,"0"0"-79,52 0 1,-17 0 0,0 18-16,0-18 15,106 0 1,-89 0 0,-17 0-1,-35 0 16</inkml:trace>
  <inkml:trace contextRef="#ctx0" brushRef="#br0" timeOffset="6665.12">14570 4269 0,'0'17'125,"-18"1"-110,-52 70 1,-19-35-1,1 0 1,0 17 0,-18 1-1,0 0 1,71-54-16,-36 18 16,19 18-1,-19-17 1,-17 17-1,35-18 17,-18 0-17,54 0 1,-36-35 0,53 18-1,17-18 48,1 0-48</inkml:trace>
  <inkml:trace contextRef="#ctx0" brushRef="#br0" timeOffset="7462.48">13300 5186 0,'0'0'31,"17"0"0,1 0-31,35 0 31,-18 17 1,0-17-17,-35 89 1,-17-36 0,-36-18-1,18 0 1,-1-35-1,19 0 1,52 0 62,18 0-62,70 53 15,-70 88 0,-53-106-31,0-17 16,-17 35 0,-36 0-1,-18-53 1,18 0-1,18 0 1,-18-18 0,35 18-1,18-17 1,0-19 0,0 1-16</inkml:trace>
  <inkml:trace contextRef="#ctx0" brushRef="#br0" timeOffset="8265.64">13917 5274 0,'0'-18'31,"-18"-17"0,-52 35 1,17 18-1,53-1-15,0 19-1,0-1 1,0-17-1,0 17 1,53 18 0,0 0-1,0 0 1,-18-18-16,-35 18 16,0-18-1,0-17 1,-18 17 15,-105-35 0,88-35-15,35-1 0,0 19-1,0-36 1,17 0-1,71 0 1,-35 18 0,-53-18-16,18 53 15,17-53 1,-17 53 0</inkml:trace>
  <inkml:trace contextRef="#ctx0" brushRef="#br0" timeOffset="10437.99">10654 1640 0,'35'0'93,"0"0"-61,-17 0-17,35 0 1,-18 0-1,36 0 1,-18 0 0,-36 0-16,54 36 15,-18-36 1,0 0 0,-18 0-1,18-18 1,0 18-1,-35 0 1,17 0 0,0 0-1,-17 0 17,17 0 14,-53 0 283</inkml:trace>
  <inkml:trace contextRef="#ctx0" brushRef="#br0" timeOffset="12222.54">13988 5909 0,'-36'0'31,"36"35"79,18-17-95,0-18-15,17 35 16,0-17 0,18 70-1,53 0 1,-36-17 0,19-1-1,-36-17 1,35 18-1,-71-71-15,19 70 16,52-34 0,-53 17-1,0-18 1,1-18 15,-36 19-15,17-19 15,19-17 0</inkml:trace>
  <inkml:trace contextRef="#ctx0" brushRef="#br0" timeOffset="13759.43">15046 6950 0,'-18'0'219,"1"0"-188,-19 0-15,19 0 0,-36 0-1,0 0 1,35 0 0,-17 0-1,0 0 16,35 35 32,0-17-47,0 17-16,17 0 31,19-17 0,-19-18 0,19 0-15,-1 0-16,-18 0 16,19 0-1,17 0 1,-18 17-1,0-17 1,1 53 0,-36-17-1,0 17 1,0-1 0,-36-16 15,-17 17-16,0-18 1,0-35 0,1 0-1,-1-18 1,53-17 0,-36 35-1,36-35 1,0-1-16,36 36 15,-1-17 1</inkml:trace>
  <inkml:trace contextRef="#ctx0" brushRef="#br0" timeOffset="14659.46">15557 7020 0,'0'-17'16,"0"-19"15,-52 36 16,-37 0-16,36 0-31,18 36 31,35-1 1,0 0-17,18-35 1,-1 18 0,36 17-1,0 0 1,-17 1-1,-1-1 1,-35-17-16,0 17 16,0-18 15,0 19-15,-35-1-1,-71-35 16,70 0-15,-16-18 0,52 1-1,-18-36 1,18 18 0,0 17-1,88-35 1,-70 53-16,17-35 15,18-1 1,0 19 0,-18 17-1,-35-35 95</inkml:trace>
  <inkml:trace contextRef="#ctx0" brushRef="#br0" timeOffset="17007.45">11695 1605 0,'-36'18'15,"72"-18"95,34 0-95,54 0 17,-36 17-1,-53-17 0,-35 36 78,0 17-109</inkml:trace>
  <inkml:trace contextRef="#ctx0" brushRef="#br0" timeOffset="18978.75">13035 5980 0,'-35'17'109,"35"1"-93,-35-18-16,-36 88 15,0-17 1,-34 17 0,-72 53-1,89-71 1,17 1-1,36-18 1,-35-18 0,34 18-16,-69 18 31,69-36-15,-17-35-1,18 35 1,0 1 15,35-54 63</inkml:trace>
  <inkml:trace contextRef="#ctx0" brushRef="#br0" timeOffset="19667.98">11730 7038 0,'88'0'63,"18"0"-32,0 0 0,-71 0 1,-35 70 14,0 1-14,0-18-17,-18 70 1,18-70 0,0-17-1,0-19 1</inkml:trace>
  <inkml:trace contextRef="#ctx0" brushRef="#br0" timeOffset="20074.2">11906 7285 0,'18'0'46,"70"0"1,88 0-31,-123 0 0,18 0-1,-36 0 1</inkml:trace>
  <inkml:trace contextRef="#ctx0" brushRef="#br0" timeOffset="22925.66">12506 1535 0,'159'17'188,"35"-17"-173,-71 0 16,-52 0 1,-36 0-1,-17 0 31</inkml:trace>
  <inkml:trace contextRef="#ctx0" brushRef="#br0" timeOffset="29183.69">12100 7743 0,'0'18'156,"36"17"-125,-19-35-15,18 36 0,36-1-1,0 0 1,-1 53-1,-17-35 1,71 18 0,-72-1-1,19-17 1,-18-17 0,-35 34 15,17-52-16,-18-18 1,-17 35 0,36-35 15,-36 18 0,35-18 0,-35 35 16,-18 0-31</inkml:trace>
  <inkml:trace contextRef="#ctx0" brushRef="#br0" timeOffset="29773.19">12753 8890 0,'0'-35'47,"18"-53"-16,-1 52 0,18 36 16,-17 18-16,-18 0-15,0 17-16,35 71 31,-35-36-15,0-17-1,0-35 1,0 35 0,36-18 15,-19-70 16</inkml:trace>
  <inkml:trace contextRef="#ctx0" brushRef="#br0" timeOffset="30433.66">13176 8802 0,'-17'0'16,"17"35"15,0 36 0,17-18-15,-17 17 0,36-52-1,-1 17 1,-18 0 0,19-35-1,17 0 1,-18 0-1,-35-17 1,18-19 0,17-17 15,-35 36-31,0-18 16,0-18 30,-18 17-30,1 1 0,-19 17-1,1 18 1,-18 0 0,35 0-1,-17 36 16,35-1-15,0 0-16,0 53 31</inkml:trace>
  <inkml:trace contextRef="#ctx0" brushRef="#br0" timeOffset="33186.43">13388 1570 0,'88'17'141,"36"1"-110,-19-18 0,19 0 1,-106 0-17,34 0 1,-16 0 0,-1 0-1,-35 35 1,35-35 15,-35 36 141,-17-36-172</inkml:trace>
  <inkml:trace contextRef="#ctx0" brushRef="#br0" timeOffset="37379.37">13264 9119 0,'0'36'63,"36"-36"-47,-36 35-1,17-35 1,-17 17-16,36-17 15,-36 36-15</inkml:trace>
  <inkml:trace contextRef="#ctx0" brushRef="#br0" timeOffset="37833.4">13406 9260 0,'35'0'110,"-18"36"-95,36 17 1,18 17-1,-18 1 1,35 35 0,-53-89-16,36 54 15,-53-18 1,70 17 0,-53 1-1,-17-36 1</inkml:trace>
  <inkml:trace contextRef="#ctx0" brushRef="#br0" timeOffset="38720.39">14411 9931 0</inkml:trace>
  <inkml:trace contextRef="#ctx0" brushRef="#br0" timeOffset="39204.89">14323 9842 0</inkml:trace>
  <inkml:trace contextRef="#ctx0" brushRef="#br0" timeOffset="51954.56">13882 10319 0,'-35'0'32,"35"-18"-1,0-17-16,17 35 1,1-18 0,17 18-1,0 0 1,-17 0 0,17 0-16,-35 71 31,0-18-16,-35 17 1,-53 18 15,17-52-15,54-19 0,-19-17 15,36-53 0,0 18-15,0 17-1,18 18 1,17 18 15,18 35-15,0 0-1,-18-35 1,1-18 0,-1 0-16,-17 0 31,34-53-15,-52 17-16</inkml:trace>
  <inkml:trace contextRef="#ctx0" brushRef="#br0" timeOffset="52420.17">14235 10301 0,'35'0'47,"53"0"-31,-35 0 15,-53 18-15,35 17-1,-35 36 1,0 17 0,0-35-1,0 0 1</inkml:trace>
  <inkml:trace contextRef="#ctx0" brushRef="#br0" timeOffset="52676.48">14323 10601 0,'35'-53'31,"18"53"-15,18-35-1,-36 35 1</inkml:trace>
  <inkml:trace contextRef="#ctx0" brushRef="#br0" timeOffset="56685.16">14852 1676 0,'-35'0'16,"17"-18"15,-17 0 0</inkml:trace>
  <inkml:trace contextRef="#ctx0" brushRef="#br0" timeOffset="57357.63">14605 1640 0,'18'0'125,"35"0"-110,35 18 1,-18-18-1,18 0 1,1 0 0,-54 0-1,0 0 1,36 0 0,-54 0 109,-17 18 31</inkml:trace>
  <inkml:trace contextRef="#ctx0" brushRef="#br0" timeOffset="62650.06">12718 9366 0,'-36'0'31,"1"0"16,-18 36-16,36-1-15,-36 18 0,0-18-1,17 18-15,19-53 31,-89 106-15,53-36 0,-18-34-1,71 16-15,-35-34 16,0 17 0,-18 18-1,18-17 1,-18 17-1,0-53-15,53 52 16,-71-34 0,36 17-1,17-35 1,-17 36 0,17-19-1,18 19 1,-35-36 93</inkml:trace>
  <inkml:trace contextRef="#ctx0" brushRef="#br0" timeOffset="63265.09">11571 10689 0,'0'-53'63,"18"0"-47,-1-35 15,19 53 0,-36 52 47,35 36-62,-35-35-16,0 123 31,0-88-15,0-18-1,0 1 1,0-54 46</inkml:trace>
  <inkml:trace contextRef="#ctx0" brushRef="#br0" timeOffset="63848.36">11889 10583 0,'0'18'16,"-18"17"-1,18-17 1,0 35 0,18 0-1,-1-18 1,19 0 15,16 1-15,19-36-1,0-18 1,-19-35 0,1 0-1,-17 0 1,-36 36-1,0-36 1,0 0 0,-18 17-16,-17 36 15,-18-88 1,-18 88 0,36 0-1,-18 0-15,35 18 31,-17 35-31,35 0 32,0 0-17,0 0 1,0 17 0,0-52-1</inkml:trace>
  <inkml:trace contextRef="#ctx0" brushRef="#br0" timeOffset="66130.11">15699 1535 0,'17'0'172,"71"0"-157,195 0 1,-142 0 31,-88 0-16,-18 0-31,-53 0 141,-35 0-126</inkml:trace>
  <inkml:trace contextRef="#ctx0" brushRef="#br0" timeOffset="67679.27">15716 4198 0,'18'0'16,"17"0"46,0 0-46,18 35-1,0 36 1,0-1 0,71 54-1,-36-36 1,0-17-1,18-1 1,35 18 15,-35-17-15,-18 0 0,18-36-1,-53 0 1,-53 0-16,53 1 15,-36-36 1,19 17 15</inkml:trace>
  <inkml:trace contextRef="#ctx0" brushRef="#br0" timeOffset="68361.5">17145 5486 0,'18'-71'47,"-18"-35"-16,-124 89 1,36 17-1,35 53-15,35-1-1,18 19 1,0-53-1,53 17 1,0-35 0,0 0-1,-18-18 1,18 18 0,-17 0-1,-19 18 1,19 35-1,-36 0 1,35 35 0,-35-53 15,0 18-15</inkml:trace>
  <inkml:trace contextRef="#ctx0" brushRef="#br0" timeOffset="69064.13">17515 5574 0,'0'-71'31,"18"18"-15,-18 18-1,-18-18 1,-17 18 0,-18 35-1,0 0 1,18 0 0,0 18-1,35-1-15,-36 18 16,36 18-1,18 0 1,0-53 0,35 0 15,-18 0-31,18 0 16,-18-17-1,-35-19 1,18 36-1,-18 71 17,0-18-17,35 0 1,-35 0 0,0 17-1,35-17 1,-35-88 62</inkml:trace>
  <inkml:trace contextRef="#ctx0" brushRef="#br0" timeOffset="71626.88">16581 1570 0,'17'0'93,"36"0"-61,-35 0-17,17 0 1,18 0 0,0 0-1,35 35 1,-17-35-16,17 0 15,18 0 1,-53 0 0,-18 35-1,-18-35 17,19 0-1,-54 0 234</inkml:trace>
  <inkml:trace contextRef="#ctx0" brushRef="#br0" timeOffset="77297.28">14023 11077 0,'0'-35'15,"0"-18"1,0 35 0,0-17 31,0 53 46,0-1-61,-53 19-17,18-1 1,-18 18-1,0 0 1,18 0 0,-36 0-1,-52 88 1,-1-35 0,18-1-1,36-52 16,34 0-15,1-18 0,0 1 15,35-19-15,-18-17-1</inkml:trace>
  <inkml:trace contextRef="#ctx0" brushRef="#br0" timeOffset="78024.03">13035 12136 0,'0'-18'32,"0"-17"-32,18-1 31,-18 19-31,53 17 31,-36 0-15,19 0-1,-1 53 1,-35 0 0,0 17-1,-18 36 1,-35-53-1,-17 17 1,17-34 0,0-36-1,35-18 1,-17-35 0,35 35-1,0-17 1,18 35 15,-1 0-15,54 0-1,-1 71 1,1-18 0,0 0-1,-54-18 1,18-35 15,1-106-15</inkml:trace>
  <inkml:trace contextRef="#ctx0" brushRef="#br0" timeOffset="78893.63">13705 12030 0,'-17'0'16,"-1"0"0,-17 17-1,0-17 1,-36 0 0,18 0-1,0 36 1,18-36 15,35 17-15,-18-17-1,18 36 1,0-1 0,0 0-1,0 36 1,18-36-1,0-35 17,34 0-1,-16-18-15,34 18-1,-17 0 1,35 0 15,-35 18-15,-17 88-1,-1-36 1,-35-52 0,0 35-1,0 0-15,-18-36 16,-35-17-1,36 36 1,-89-36 0,88 0 15,18-36 47</inkml:trace>
  <inkml:trace contextRef="#ctx0" brushRef="#br0" timeOffset="83903.95">17815 1658 0,'36'0'140,"-19"0"-124,36 0-16,35 0 31,-17 0-15,-18-18 0,0 18-1,-18 0 1,0 0-1,1 0 1,-19 0 15,18 0 1,-17 0-17,17 0 16,-52 0 235</inkml:trace>
  <inkml:trace contextRef="#ctx0" brushRef="#br0" timeOffset="86751.62">15152 7602 0,'0'0'0,"-18"0"94,1 0-63,-19 53-16,1-17-15,-18 16 16,18 1 0,-18 18-1,0 17 17,0-35-17,18 18 1,-18-18-1,18-1 1,17-52-16,18 18 16,-35 35-1,-1 0 1,19 35 0,-19-53-1,1-17 1,18 17-1,-19-35 1,54 0 78,0 0-79</inkml:trace>
  <inkml:trace contextRef="#ctx0" brushRef="#br0" timeOffset="87300.7">14464 8678 0,'-18'18'62,"-17"53"-46,35-36-16,-53 35 31,53-34-15,53-36 46,0 0-46,-18 0 15,18 35-15,-18-35-1,-17 0 1</inkml:trace>
  <inkml:trace contextRef="#ctx0" brushRef="#br0" timeOffset="87600.55">14605 8749 0,'0'-35'31,"0"52"16,0 89-31,0-53-16,0 159 31,0-177-15,0 18-1,0-18 17,0-53-17</inkml:trace>
  <inkml:trace contextRef="#ctx0" brushRef="#br0" timeOffset="88266.91">15081 8714 0,'0'-18'16,"-35"18"31,-53 0-16,52 0-31,19 88 31,-54 53 1,107-53-1,69-52 0,-52-36-15,18 0-1,-36 0 1,0-18 0,-35-17-1,0 0 1,-35 35-1,0 0 1,-18 0 0,18 35-16,35 18 15,-18 0 1,18-36 15,0 19-15,35-36 31</inkml:trace>
  <inkml:trace contextRef="#ctx0" brushRef="#br0" timeOffset="95753.31">13053 12841 0,'-36'35'32,"1"-35"-17,0 36 1,35-19 0,-18 19-1,18-1 1,-35-35-16,35 35 15,-35 53 1,-1-35 0,-34 18-1,17-1 1,18-52-16,-18 53 16,18-19-1,-1 1 1,1-17-1,35-1 1,-18 18 0,-17-36-1,-18 36 1,18 0-16,17-17 31,-17-19-15,35 19-1</inkml:trace>
  <inkml:trace contextRef="#ctx0" brushRef="#br0" timeOffset="96895.65">12294 14252 0,'0'-35'47,"-17"35"-1,-19 0-30,1 0 0,0 18-1,35-1 1,-18 18 0,18-17 46,35-18 219,-35-35-265,36 35-16,-36-35 16,17 35-1,19 0 32,-36 17-16,35 36 1,0 71-1,-35-107-16,0 71 1,0-52 0,0-19-16,0 54 31,0-36-15,0 18-1,0-18 1,18-35 31</inkml:trace>
  <inkml:trace contextRef="#ctx0" brushRef="#br0" timeOffset="97862.07">12929 14235 0,'-17'0'62,"-1"0"-46,-105 17 15,70 36-15,0-18-1,17 1 1,36-19-1,0 19 17,18-1-1,53-35-15,70 18-1,-71 17 1,-52 18-1,-18 0 1,0-18 0,0 18 15,-18-53-15,-52 0-1,52 0 1,-35 0-1,36-35 1,17-1 0,0 1-1,0-18-15,0 35 16,70-87 0,-17 52-1,18 35 16,-71-17-15,35 35 0,-53 17 46,1-17-46</inkml:trace>
  <inkml:trace contextRef="#ctx0" brushRef="#br0" timeOffset="105931.36">15240 9207 0,'35'0'47,"18"18"-32,-18 0 1,1 17 0,-19 0-1,19 1 16,-1 17-31,18-18 16,0 18 0,0 0-1,0 0 1,-36-53-16,36 52 16,0 19-1,-18-18 1,1 0-1,-36-18 1,53-35-16,-53 18 16,35 17-1,0 0 1,-17 1 0,17-19-1,0 19 16</inkml:trace>
  <inkml:trace contextRef="#ctx0" brushRef="#br0" timeOffset="106790.37">16281 10125 0,'0'0'0,"-36"0"16,1 0 0,-18 0-1,0 0 1,18 0 0,0 0-1,-1 0 16,19 0-15,17 35 0,-35-17-1,35 17 1,0 0 15,17-17 0,18-18 1,36 0-17,0 0 1,-36 0 0,0 0-1,0 35 16,-35 0-15,0-17 0,0 35-1,-35 0 1,-18-36 0,18-17-1,-18 0 1,18 0-1,17 0 1,18-35 0</inkml:trace>
  <inkml:trace contextRef="#ctx0" brushRef="#br0" timeOffset="107788.38">16334 10142 0,'-18'0'15,"36"18"32,-1-18-31,71 18 15,-52-18-15,-1 35-1,0-35 1,-35 35-1,18-17 1,-18 17 0,0 0-1,0-17 17,-35-18-17,-1 0 1,19 0 15,52 0 63,18 0-79,-35 0 1,17 0 0,0 35-1,-35 1 1,0-19-16,0 18 16,0 1-1,-18-19 32,-34-17-31,-1 0 15,17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14T19:08:25.256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24095 3739 0</inkml:trace>
  <inkml:trace contextRef="#ctx0" brushRef="#br0" timeOffset="4124.41">24236 3422 0,'-35'-35'78,"-36"35"-47,0 53-15,36-53 15,18 52-15,17 1-1,0-17 1,0 52 0,0-53-1,0 18 1,0 0-1,35-18 1,53-17 0,-70-18-1,52 0 1,-17-18 15,-35 1-15,-18-19-1,0 19 1,0-36 15,-36 18-15,1 35 0,18 0-1,-36 0 1,17 0-1,36 17 1,-35 18 0,35-17-1,0 17 1,18-35 0,-18 18-1,35-18 1,18 0-1,-35 0-15</inkml:trace>
  <inkml:trace contextRef="#ctx0" brushRef="#br0" timeOffset="5189.51">24553 3581 0,'0'-36'15,"0"1"1,0 0 15,36 0-15,-1-1 15,-17 36-15,17 0 15,0 0 0,-17 0-15,17 18 15,-35 17-15,18-35-16,-18 18 15,0 35 1,0 17 0,-18 1-1,-17 17 1,-18-53-1,0-35 1,35 36 0,-17-36-1,0-18 32,35 0-31,0-17-1,0 17 1,17 18 15,19 0-15,-19 0 15,19 0-15,-1 36-1,-18-1 1,19-17 0,-1 17-1,-17-35 1,35 0 15,17-18-15,-17-35-1,-18 36 1,-35-19 0,-17 36 15,-19 0-31</inkml:trace>
  <inkml:trace contextRef="#ctx0" brushRef="#br0" timeOffset="8640.28">24007 3986 0,'-18'0'63,"0"0"-32,-17 0-15,0 0-1,35 36 1,-18-36 0,18 17-16,-35 19 15,-1 16 16,1-16-15,18 17-16,-54 35 31,36-53-15,-1 0 0,1 1-1,18-19 1,-19 19-1,1-1 1,0 0 0,17-17-1,-17 17 1,0 0 0,17-35 15,-17 36-16,-54 17 1,89-18 0,-17-18-1,-19 19 1,1-1 0,0 0-1,17-17 1,18 17-1,-35 1 1,0-19 0,-18 18-1,35-17 1,-17 17 0,0 1-1,17-19 16,-17 19-15,-1-36 0,36 35-1,-17-35 1</inkml:trace>
  <inkml:trace contextRef="#ctx0" brushRef="#br0" timeOffset="13869.78">22331 5433 0,'17'0'109,"19"-18"-93,17 18 0,-18 0 15,-17 0-15,17 0-1,0 35 1,-35-17-1,0 35 17,0-18-17,-18 18 1,-17-35 0,0-18-16,35 35 15,-106 0 1,88-35-1,-17 0 32,35-17 0,18-19-16,35 36 1,0 0-1,-18 18-15,-17 0-1,17 35 1,0-18-1,-35 0 1,0-17 15,0 17-15,-35-17 0,0 17-1,17-35 1,-17 0-1,17 0 1,-17 0 0,-1 0-1,19 0 17,17-18 14</inkml:trace>
  <inkml:trace contextRef="#ctx0" brushRef="#br0" timeOffset="14919.25">23089 5592 0,'36'-36'47,"-54"19"-1,-17 17-30,-1 0 0,1 0-1,-18 0 1,-17 0 0,34 35 15,36 0 0,0-17 0,18 17-15,17-17 0,-17 35-1,70-18 1,-35-17-1,-18 17 1,-35-18 0,36 19-1,-36-1 17,-18-35-17,-17 0 1,-54 0-1,37 0 1,34-18 15,18-17 1,0 17-17,0-17 1,0 18-1,88-19 1,-35 1 0,-18 17-1,-35-17 1,18 35 0</inkml:trace>
  <inkml:trace contextRef="#ctx0" brushRef="#br0" timeOffset="18789.13">22525 5980 0,'-18'0'94,"-17"0"-63,17 17 0,-17 1-15,-18 17 15,-17 18 0,17 0-15,0-18-1,35 18 1,-17-18 0,17 18-1,-17-17 1,0-36 0,35 35-16,-18-35 15,18 35-15,-35-35 16,17 53-1,-35-18 1,0-17 0,-17 35-1,17-18 17,0 0-17,0 1 1,0-19-1,18 36 1,-18 0-16,0-17 16,18-1-1,-1 0 1,1-17 0,17 17-1,-17-35 1,17 35-1,-17-17 1,0 17 15,17-35 16,18 35-31,-35-17 31,0 17 0</inkml:trace>
  <inkml:trace contextRef="#ctx0" brushRef="#br0" timeOffset="22313.16">20796 7355 0,'71'0'94,"-36"0"-79,71 0 17,-53 0-1,-18 18 0,-17 17 16,-18-17-31,0 17-1,0 18 1,0-18-1,0 36 1,-18-18 0,18-18-16,0 0 15,0 18 1,0 0 0,-18-17 15,18-19-16,0-70 48</inkml:trace>
  <inkml:trace contextRef="#ctx0" brushRef="#br0" timeOffset="22904.11">20920 7673 0,'17'0'93,"19"0"-77,52 0 0,0-35-1,-35 35 1,-18 0 0,-17 0-1,17 0 32,0 0-16,-52 35 63,-36-35-94</inkml:trace>
  <inkml:trace contextRef="#ctx0" brushRef="#br0" timeOffset="26342.34">20867 7990 0,'-18'0'140,"18"18"-124,-17-18-16,-19 35 31,-17 54 0,0-1 1,-17 0-1,35-53-31,-18 18 31,0 0-15,-71 88-1,54-88 1,17 18 0,-18-18-1,54-18 1,-36 0-1,17-35-15,1 35 16,0-17 0,17 17-1,-17-17 1,0 17 0,17 0-1,-17-35 48</inkml:trace>
  <inkml:trace contextRef="#ctx0" brushRef="#br0" timeOffset="26927.51">19650 9066 0,'-36'0'32,"54"0"30,35 0-46,159 0 15,-107 0-15,-52 0-16,0 0 15,-17 0 1,-1 0 0,0 0 15,-70 0 16,-18 0-32</inkml:trace>
  <inkml:trace contextRef="#ctx0" brushRef="#br0" timeOffset="27425.45">19614 9313 0,'53'0'47,"-17"0"-32,69 0 1,1 0-1,-35 0 17,-18 0-17,-18 0 1,18 0 0,-35 0-1,-54 0 79</inkml:trace>
  <inkml:trace contextRef="#ctx0" brushRef="#br0" timeOffset="30958.24">21220 7867 0,'35'18'110,"0"34"-79,18 1 0,-53-17-15,35-1 0,1-35-16,-1 18 15,0 17 1,0-17-1,18 17 1,-53 0 0,53-17-16,-17 17 31,16-17-15,1-18-1,-17 35 1,17 0-1,-18-17 1,-18-18 0,-17 35-1,36-35 1,-1 35 0,-17-35-1,-18 18 1,35-18-1,-35 53 1,18-53-16,17 35 16,0 0 15,18-17-15,-35 17 15,17-35-16,-35 36 1,35-19 0,-17-17-16,-18 36 15,35-36 1,-17 35 0,17-17 15,0-18 16,-35 35-16,18-35-15,-18 35-1,35-35 16,-35 18-15,18-18 15,-18 35-15,35-35 62,-35-18 110</inkml:trace>
  <inkml:trace contextRef="#ctx0" brushRef="#br0" timeOffset="34390.99">22384 9225 0,'0'-88'78,"0"53"-62,0-1-1,0 19 17,35 87 77,0 124-78,-35-105-15,0-54-16,0-18 31,0 36-15,36-106 31</inkml:trace>
  <inkml:trace contextRef="#ctx0" brushRef="#br0" timeOffset="35072.41">22701 9119 0,'0'18'16,"0"17"-1,0-17 1,0 35 0,0-18-1,0 71 1,0-53 0,36-18-1,-19-35 1,-17 35-1,35-35-15,18-17 32,-35-1-17,17-17 17,1 0-17,-36 17 1,0-17-1,0-36 1,-53-35 15,17 71-15,1 35 0,17 0-1,-17 0 1,18 0-1,-19 18 1,1 34 0,35 1-1,0 18 1,0-36 15</inkml:trace>
  <inkml:trace contextRef="#ctx0" brushRef="#br0" timeOffset="38371.08">22560 9631 0,'-18'17'172,"-17"19"-141,18-19-15,-54 36 15,53-17-16,-17-19 1,17 18 0,18-17-16,-35 17 15,0 1 1,17-19 0,-17 19-1,17-36 1,18 17-1,-35-17-15,0 53 16,17-18 0,-35 1-1,0 17 1,53-18-16,-35 0 16,-18 18-1,-17 0 1,17-18-1,0 1 1,0-19 0,18 18-1,17 1 1,-17-1 0,-1 0 15,1-17 0,0 17-15,17 1 15,-35-1-15,18 0-1,0-17 16,17 17 1,-17 18-1,35-35-15,-18-18 46</inkml:trace>
  <inkml:trace contextRef="#ctx0" brushRef="#br0" timeOffset="40386.92">20920 11324 0,'0'-35'63,"0"-18"-48,35 35 1,-35-17 15,18 0-15,17 35 78,-35 88-63,35 53 0,-35-88-15,0 0-1,0-18 1,18-35 46,-18-35-46</inkml:trace>
  <inkml:trace contextRef="#ctx0" brushRef="#br0" timeOffset="40985.58">21220 11271 0,'-18'53'32,"18"18"-1,53 35 0,-18-71-15,-17-18-1,17-17 1,0 0 0,-17 0-1,17 0 1,1-35-1,-1-53 1,-18 53 0,-17-18-1,0 18-15,0-18 16,0 0 0,-35 35-1,18 18 1,-36-35-1,17 35 1,1 0 0,-18 0-1,18 17 1,0 19 0,-1 52-1,36-35 1</inkml:trace>
  <inkml:trace contextRef="#ctx0" brushRef="#br0" timeOffset="43140.72">20955 11677 0,'-35'0'62,"17"18"-31,-35 34 1,-17 37-1,52-89-15,-17 106-1,-18-36 1,17-17-1,-16-53 1,-19 35-16,36 18 31,-1 0-15,19 0 0,-89 70-1,53-70 1,18-17-1,0-19 1,-1 19 15</inkml:trace>
  <inkml:trace contextRef="#ctx0" brushRef="#br0" timeOffset="43575.49">20020 12612 0,'35'0'32,"-17"0"-17,53 0 1,-1 0 0,18 0-1,-35 0 1,-17 0-16,-1 0 15,0 0 1</inkml:trace>
  <inkml:trace contextRef="#ctx0" brushRef="#br0" timeOffset="44316.71">20073 12753 0,'141'0'79,"88"-18"-48,-105 18 0,-124-17 32</inkml:trace>
  <inkml:trace contextRef="#ctx0" brushRef="#br0" timeOffset="46183.01">21396 11606 0,'18'36'203,"17"-1"-172,-17-35-15,17 18-1,0 34 1,-17-16-16,52 17 31,-34-18-15,-1 0-1,-18 18 1,19-18 0,-1 1 15,18-1-15,-18 18-1,0-18-15,-17 0 16,17 1-1,-35 17 1,53 0 0,0-1-1,-17 1 1,-19-17 0,-17-1-1,35-35 1,-52-18 46,-1 18-46</inkml:trace>
  <inkml:trace contextRef="#ctx0" brushRef="#br0" timeOffset="46612.76">21960 12612 0,'-17'0'15,"87"0"32,-34 0-31,17 0-1,35 0 1,-35-35 0,-18 35-1,-17 0 1</inkml:trace>
  <inkml:trace contextRef="#ctx0" brushRef="#br0" timeOffset="47044.82">21996 12682 0,'0'18'31,"106"-18"-15,70-35 15,-70-1 0,-71 36 32,-53 0 31</inkml:trace>
  <inkml:trace contextRef="#ctx0" brushRef="#br0" timeOffset="50097.05">22895 9525 0,'36'0'157,"-36"35"-126,17-35-16,-17 18 1,35-18 0,-35 35-1,18 0 1,17-35 0,1 18-1,-36 17 1,53-17-1,-53 17 1,17 1 0,18-36-1,-35 17 1,36 18 0,-19-35 15,-17 18-31,36 17 15,17 1 1,-36-1 0,19-17-1,-1 17 1,0 0 0,18 0 15,-35 1-16,17-36-15,-35 35 16,35 0 0,-17 1-1,17-1 1,0 18 15,1-18-15,-19-17-1,-17 17 1,36-35-16,-36 35 16,35-17-1,-35 17 1,17 0 0,-17-17-1,36 17 1,-1-17-1,-35 17 1,0 1 15,18-36-15,-36 0 140,18-18-156</inkml:trace>
  <inkml:trace contextRef="#ctx0" brushRef="#br0" timeOffset="53778.44">23918 11024 0,'0'-17'62,"0"-19"-15,18 36-31,17 0 15,-17 0-15,17 18-1,-35 17 1,0 1-16,0 16 15,-35 54 1,-18-17 0,0-37-1,18-16 1,35-1-16,-36-35 16,1 35-1,35-52 32,-17-1-31,17-17-1,17-1 1,1 1 0,17 35-1,0 0 16,-17 0-15,17 18 0,-17 35-1,35-18 1,-18-35 0,-17 0-1,17 0 16,-35-18-15,18 1 0,-18-19-16</inkml:trace>
  <inkml:trace contextRef="#ctx0" brushRef="#br0" timeOffset="54338.42">24148 11024 0,'17'0'47,"36"0"-16,-18 0-15,18 0 0,0 0-1,-17 0 1,-1 0-1,0 36 17,-35 16-17,0-16 1,0 70 0,0-71-1,0 18 1,0-18 15,0 0-15,0-17-1</inkml:trace>
  <inkml:trace contextRef="#ctx0" brushRef="#br0" timeOffset="54767.51">24359 11307 0,'18'0'47,"17"-18"-31,18 18-1,-18 0 1,54 0-1,-36 0 1,-1 0 0,-34 0-1</inkml:trace>
  <inkml:trace contextRef="#ctx0" brushRef="#br0" timeOffset="57880.14">24095 11730 0,'-18'0'110,"-17"17"-79,0 1-15,-36 88 15,-17 17 0,-18 1 0,53-71-15,18 53 0,-1-71-1,1 18 1,0-18-1,0 0 1,35 1 0,-18-19 46</inkml:trace>
  <inkml:trace contextRef="#ctx0" brushRef="#br0" timeOffset="59178.53">23336 12718 0,'18'0'47,"17"-36"-32,-17 36 1,17 0-1,0-35 1,-17 70 31,-18 71-31,0-53-1,-18 18 1,-35-18-1,1-18 1,52-18-16,-36-17 16,1 0-1,0 0 1,17 0 0,18-35-1,0 0 1,0 17 15,35 18 0,1 0-31,52 53 32,-35-35-17,0 17 1,-18 0-1,0-35 1,0 0 0,-17-17-1,17-36 1,-35 0-16</inkml:trace>
  <inkml:trace contextRef="#ctx0" brushRef="#br0" timeOffset="60348.06">23971 12612 0,'-17'0'47,"-54"17"-15,0 1-1,36 17 0,18-35-15,-19 0 15,36 18-15,0 17 30,0 1-14,0-19-1,18-17 16,0 0-16,17 0-15,-18 0-1,19 0 1,17 0 0,17 0-1,-52 35 1,-18-17-1,35-18 1,-35 35 15,0 18-15,0-35 0,0 17-1,0-17 1,-35-18-16,0 0 15,-18 0 1,17 0 0,19 0-1,-19 0 1</inkml:trace>
  <inkml:trace contextRef="#ctx0" brushRef="#br0" timeOffset="62641.4">23460 13212 0,'0'-18'16,"-36"53"125,36 0-126,-52 1 1,34 17 0,-17 0-1,-36 17 1,0 1-1,-17 17 1,18-18 0,52-17-1,-35-17 17,-17 87-17,70-88 1,-36 1-1,1 17 1,35-36 0,-18-17-16,18 35 15,-35 1 1,0-1 0,17-17 15,-17-18 141</inkml:trace>
  <inkml:trace contextRef="#ctx0" brushRef="#br0" timeOffset="64604.82">22437 14728 0,'0'-17'109,"17"-18"-93,-17-18-16,0 0 31,36 17-16,-36 89 64,35-17-64,-18 87 16,19-35 1,-1-88-17</inkml:trace>
  <inkml:trace contextRef="#ctx0" brushRef="#br0" timeOffset="65355.26">22983 14464 0,'0'-18'31,"0"36"-31,0-71 32,-88 53-1,18 18 0,34 17 0,36-17-15,0 17 0,0-18-1,18-17-15,35 36 16,0-1-1,17 18 1,-34-18 0,-1 18-1,-35-18 32,0 1-31,-35-36-1,-53 0 1,52 0 0,36-36 15,0 1-15,0 17-1,18-17 1,88-53-1,-89 70 17</inkml:trace>
  <inkml:trace contextRef="#ctx0" brushRef="#br0" timeOffset="68214.53">22366 15205 0,'-18'53'125,"-17"0"-110,-141 123 16,105-88-15,18 18 0,18 0-1,-18-53 1,18 35 0,0-53 30,35-17-14</inkml:trace>
  <inkml:trace contextRef="#ctx0" brushRef="#br0" timeOffset="68636.42">21643 16069 0,'0'0'0,"70"0"78,1 0-62,105 0-1,-87 0 1,-54 0 0,-17 0-1</inkml:trace>
  <inkml:trace contextRef="#ctx0" brushRef="#br0" timeOffset="69276.3">21749 16316 0,'17'0'62,"54"0"-46,-18-18 0,159-17-1,-89 35 1,-52 0 0,-19 0-1,-52 18 220,-35-18-173,0 0-46</inkml:trace>
  <inkml:trace contextRef="#ctx0" brushRef="#br0" timeOffset="70479.32">23107 15134 0,'0'18'78,"0"-1"-63,70 89 17,89 53-1,35 0 0,-53-89 0,-88-34-15,0-1 0</inkml:trace>
  <inkml:trace contextRef="#ctx0" brushRef="#br0" timeOffset="71035.53">23530 15875 0,'-35'0'31,"106"0"0,-1 0-15,18-18-1,89 18 1,-124 0 0,-36 0-1,-34 0 48</inkml:trace>
  <inkml:trace contextRef="#ctx0" brushRef="#br0" timeOffset="71355.31">23583 16087 0,'0'0'32,"141"0"-1,-70-18-16,35-17 1,-71 35 0</inkml:trace>
  <inkml:trace contextRef="#ctx0" brushRef="#br0" timeOffset="74792.66">23918 13317 0,'36'18'125,"-1"17"-109,18 1-1,0-1 1,-18 0-1,18 0 1,0 1-16,35 17 31,-70-18-15,17 0 0,0 0-1,18 1 1,-18-19-1,18 19 1,-17-1 15,-1 0-31,18 18 32,-53-18-17,35 1 1,0-36-1,-35 35-15,18-35 16,-18 35 0,35 0-1,1-17 1,-1 17 15,-18 1-15,-17-1 62</inkml:trace>
  <inkml:trace contextRef="#ctx0" brushRef="#br0" timeOffset="75917.95">24694 14376 0,'71'0'31,"-18"-36"-15,17 36-16,72-35 15,-37 35 1,-52 0 0,-17 0-1,-72 0 48,1 18-63</inkml:trace>
  <inkml:trace contextRef="#ctx0" brushRef="#br0" timeOffset="76203.21">24818 14605 0,'53'0'32,"0"0"-32,105-53 31,1 18 0,-123 35 0,-54 17 16</inkml:trace>
  <inkml:trace contextRef="#ctx0" brushRef="#br0" timeOffset="79247.12">24589 11730 0,'35'0'109,"-17"35"-93,105 18 15,-52-18-15,-19 1-1,37-1 1,-19 0 0,36 0-1,-53-17 1,18 17 15,-71 1-31,35-19 16,0-17-1,0 36 1,-17-36 0,-18 35-1,35-35 32,-35 17-31,18-17 15,-18 36 0,35-36-15,-52 0 46</inkml:trace>
  <inkml:trace contextRef="#ctx0" brushRef="#br0" timeOffset="79930.42">25382 12418 0,'18'0'47,"70"-18"-32,-35 0 1,18-17 0,-18 35-1,-1 0 1,-16 0-1,-36-35 1,-36 53 15,-34 17-15</inkml:trace>
  <inkml:trace contextRef="#ctx0" brushRef="#br0" timeOffset="80330.34">25400 12541 0,'159'0'62,"-71"0"-31,-53 0-15,36-35 15,-36 35-15,-70 0 62,-1 0-62</inkml:trace>
  <inkml:trace contextRef="#ctx0" brushRef="#br0" timeOffset="87139.42">23213 6121 0,'17'0'297,"19"0"-235,-36 17-46,35 19 15,-17-1-15,17-35-1,-35 18 1,18 17-1,34 0 17,-16-17-17,-19-18 1,19 53 0,-1-18-1,0 0 1,-17-17-1,17-18 1,18 35 0,-35-35-16,-18 35 15,53-17 1,-36-18 0,18 35-1,1-35-15,-36 36 16,17-19 15,19-17-15,-1 35-1,-17 1 1,17-19 0,0-17-1,-17 36 1,17-1-1,0-35 1,-17 18-16,17 17 31,1 0-15,-1 0 15,0 1-15,-17-19 15,17 19 32,-17-1-32,17-17 0,0-18 63,-35 35-63,-17-35 94,-89 0-109</inkml:trace>
  <inkml:trace contextRef="#ctx0" brushRef="#br0" timeOffset="90758.19">24606 7232 0,'-35'0'125,"-18"18"-109,0-18 0,0 0-1,18 0 1,0 0 0,-1 0-1,36 17 63,0 18-62,0-17 0,0 17-1,0 1 1,0-19-1,0 19 1,0-19 0,18 19 31,0-36-32,17 0 1,35 0-1,1 0 1,-36 35 0,-35-18-1,36 19-15,-1-1 32,-35-17-17,0 35 1,-35-1-1,-54 1 1,72-35 0,-36-18-1,0 0-15,35-18 32,18-17-17,0 0 16,0 17-15</inkml:trace>
  <inkml:trace contextRef="#ctx0" brushRef="#br0" timeOffset="91582.27">24888 7408 0,'-17'-35'16,"-1"-18"15,-17 53 1,0-18-17,17 18 1,-17 0 15,35 36-15,0-1-1,0-17 1,0 17 0,35 0-1,0 18 1,18 35-1,0-35 1,-18 0 0,-35 0-1,0-35 17,0 17-17,-35-35 1,0 0-16,-18 0 15,18 0 1,35-18 0,-36 1-1,36-19 1,53-16 0,18 16-1,-36-17 1,18 0-1,-35 1 1,-18 16 0</inkml:trace>
  <inkml:trace contextRef="#ctx0" brushRef="#br0" timeOffset="93835.24">24395 7973 0,'-18'17'125,"-17"19"-109,-36 52 15,-35 53 1,53-88-17,0 17 1,36-34-1,-18 17 1,17-53-16,18 53 16,-35-53-16,-1 35 15,36 0 1,-17 0 0,-19-17-1,1 17 16,0 1 63</inkml:trace>
  <inkml:trace contextRef="#ctx0" brushRef="#br0" timeOffset="95105.43">23671 8872 0,'-35'18'32,"35"0"-1,0 17-16,0-17-15,-35-18 16,35 35 0,0 0-1,17-17 17,1-18-17,17 0 1,1 0-1,-19 0 1,19 0 0,-19 0 46</inkml:trace>
  <inkml:trace contextRef="#ctx0" brushRef="#br0" timeOffset="95439.15">23777 8802 0,'0'35'63,"0"71"-32,0 70 0,0-88-15,0-52-1,35-36 32,1-53-31</inkml:trace>
  <inkml:trace contextRef="#ctx0" brushRef="#br0" timeOffset="96005.08">24218 8943 0,'0'-18'31,"0"-17"-15,-17 35-1,-19 0 1,1 0 0,17 0-1,-17 18 1,0-18-16,35 17 15,-18 19 1,18 34 0,0-17-1,0 18 1,0-19 0,88-16 15,-70-36-31,17 0 15,36 0 1,-36-36 0,-35 1-1,0-18 1,-18 53 0,-70 0-1,53 0 1,-18 36-1,18 87 1</inkml:trace>
  <inkml:trace contextRef="#ctx0" brushRef="#br0" timeOffset="96830.31">23812 9366 0,'-17'36'31,"-36"16"0,-18 54 1,36-35-1,0-71-16,35 35 1</inkml:trace>
  <inkml:trace contextRef="#ctx0" brushRef="#br0" timeOffset="97254.14">23495 9666 0,'18'0'62,"-1"0"-46,36 0-1,18 0 1,-18 0 0,-18 0-1</inkml:trace>
  <inkml:trace contextRef="#ctx0" brushRef="#br0" timeOffset="97604.4">23583 9772 0,'53'0'46,"-18"0"-30,18 0 0,-17-18-1,-1 18 1</inkml:trace>
  <inkml:trace contextRef="#ctx0" brushRef="#br0" timeOffset="99348.24">24430 9313 0,'17'0'62,"1"0"-31,17 0 1,1 0-17,17 36 1,0-1 15,35 35 0,-53-34-15,-17-1 0,17 0-1,0-17 1,0 17 15,-17 0-15,17 1-1,36-36 1,-18 17 0,0 19-1,-36-1 1,19-35-1,17 18 1,-18 17 0,-35 0-1,35-35 1,-17 18 0,17 17 15,0-35 16,-35 35-32,-17-35 157</inkml:trace>
  <inkml:trace contextRef="#ctx0" brushRef="#br0" timeOffset="100870.35">25435 10089 0,'0'18'63,"0"35"-48,0 0 1,0 17-1,0 1 1,0-36 0,18-35 46,17-70-31,18 52 1,-18 18-17,1 0 1,-36 53 0,17 18-1,-17-19 1,0 1-1,0-17 1,0-1 0,-35 0-1,-18-35 1,0-17 15,53-19-15</inkml:trace>
  <inkml:trace contextRef="#ctx0" brushRef="#br0" timeOffset="101202.4">25488 10160 0,'0'-35'46,"35"35"-30,18-36 0,-17 36-1,-1-35 1,0 53 0</inkml:trace>
  <inkml:trace contextRef="#ctx0" brushRef="#br0" timeOffset="101802.26">25770 10125 0,'18'0'31,"35"-36"-15,-18 36-1,1 0 1,-1 36 0,-35 17-1,0-18 1,0 18-1,-35 17 1,17-70 0,53 0 93,-17 0-93,17 0-1,0 53 1,-35 0 0,0 0-1,-17-18 1,-36 1-1,35-36 1,-17 0 0,17 0-1</inkml:trace>
  <inkml:trace contextRef="#ctx0" brushRef="#br0" timeOffset="102518.39">25471 10901 0,'0'0'0,"-18"0"94,0 53-63,-52 53 0,70-71-31,-36 0 16,36-17 0,-35-18 30</inkml:trace>
  <inkml:trace contextRef="#ctx0" brushRef="#br0" timeOffset="102884.59">25188 11218 0,'18'0'47,"105"0"-31,-52 0 15,-36 0 0,-52 0 0</inkml:trace>
  <inkml:trace contextRef="#ctx0" brushRef="#br0" timeOffset="103151.32">25224 11377 0,'35'0'31,"53"0"1,-35 0-17,-35 0 1,17-18 15</inkml:trace>
  <inkml:trace contextRef="#ctx0" brushRef="#br0" timeOffset="104150.43">26053 10813 0,'17'0'78,"19"17"-63,-19 1 1,36 35 0,0 0-1,0 0 1,0-18 0,0-17-1,-36-18 1,-17 35 15</inkml:trace>
  <inkml:trace contextRef="#ctx0" brushRef="#br0" timeOffset="104435.66">26282 11218 0,'0'-17'32,"88"17"-17,-70-18 1,88 18-1,-89 0 1</inkml:trace>
  <inkml:trace contextRef="#ctx0" brushRef="#br0" timeOffset="104733.46">26229 11377 0,'0'35'16,"53"-35"-1,0 0 1,17-17 0,-52 17-1,-18-18 1,35 18 0</inkml:trace>
  <inkml:trace contextRef="#ctx0" brushRef="#br0" timeOffset="107164.96">25065 7902 0,'-35'0'15,"52"0"48,18 53-47,36 53 15,-18-53-16,18 17 1,-19-17 0,19 18-1,-18-18 1,-53-18-16,106 36 16,-71-18-1,-35-18 1,18-35-1</inkml:trace>
  <inkml:trace contextRef="#ctx0" brushRef="#br0" timeOffset="107514.68">25435 8643 0,'0'-18'31,"71"-17"-15,-18 35 0,53-18-1,-54 18 17,-34 0-1,-53 0 0</inkml:trace>
  <inkml:trace contextRef="#ctx0" brushRef="#br0" timeOffset="107798.23">25435 8731 0,'0'36'15,"53"-36"17,-18 0-17,54-18 1,34-17-1,-105 35 1</inkml:trace>
  <inkml:trace contextRef="#ctx0" brushRef="#br0" timeOffset="112592.45">25082 4004 0,'18'0'62,"0"0"-46,17 71 15,36-1 0,-1 36 0,-17-18-15,0-70 0,0 88-1,0-53 1,-18 17 0,18-52-16,-53 17 15,106 71 1,-53-71-1,0 18 1,-18 0 0,0 0-1,18 0 1,-18 0 0,1 0-1,-1-36 16,-17 19-15</inkml:trace>
  <inkml:trace contextRef="#ctx0" brushRef="#br0" timeOffset="113994.64">26141 5503 0,'0'-53'31,"0"-35"0,-71 18 1,-70 70-1,53 105 0,88-34 0,35-71-31,1 0 16,34 0 0,-35 0-1,18 0 1,-35 0 0,17 53 15,-35-18-16,0 36 1,0-18 0,0-36-16,0 72 15,-17-72 1,17 18 0,0-87 30</inkml:trace>
  <inkml:trace contextRef="#ctx0" brushRef="#br0" timeOffset="114670.46">26388 5556 0,'35'-53'32,"0"-53"-1,-35 54-16,-17 16 1,-19 1 0,19 35-1,-36 0 1,0 53 0,35 17-1,18-17 1,18-35-1,35-18 1,0 0 0,-18 0-1,0 0 1,1 53 15,-36 0-15,0 0 15,0 53-15,-18-53-1,18 17 1,0-35 0,-35-35 62</inkml:trace>
  <inkml:trace contextRef="#ctx0" brushRef="#br0" timeOffset="116020.57">25929 6068 0,'-35'17'62,"35"1"-46,-53 53 15,0-18-15,0-1-1,0 19 1,18-18-1,0-18 1,35-17 0,-18 17 15</inkml:trace>
  <inkml:trace contextRef="#ctx0" brushRef="#br0" timeOffset="116402.28">25382 6597 0,'71'0'32,"-36"-18"-17,53 18 1,1 0 0,-54 0-16,-18 0 15,19 0 1,-72 0 46</inkml:trace>
  <inkml:trace contextRef="#ctx0" brushRef="#br0" timeOffset="116676.31">25488 6703 0,'35'0'32,"1"0"-17,17 0 1,17 0-1,-35-36 1,1 36 0</inkml:trace>
  <inkml:trace contextRef="#ctx0" brushRef="#br0" timeOffset="117527.05">26582 5997 0,'35'0'47,"-17"18"-31,52 35 15,54 70 0,-71-87-15,17 34-1,-17-17 1,18-18 0,-18 53-1,0-88 1,-71 18 31</inkml:trace>
  <inkml:trace contextRef="#ctx0" brushRef="#br0" timeOffset="117893.37">26970 6615 0,'0'-18'31,"70"18"-31,72 0 31,-90-35-31,1 35 16,18 0 0,-36 0-16,0 0 15,1 0 1,-36 17-1,-18-17 17</inkml:trace>
  <inkml:trace contextRef="#ctx0" brushRef="#br0" timeOffset="118230.22">27093 6756 0,'0'17'31,"53"-17"-15,0 0-1,53 36 1,-35-36-1,17 0 1,-71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14T19:18:28.228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24095 3087 0,'0'0'0,"-36"0"32,1 0-17,18 0 1,-19 17 0,1 19-1,17-1 1,-17-17-1,35 17 1,-35 0 0,35-17-1,-18 17 1,18-17 0,0 17 15,0 0-16,0-17 1,0 35-16,0 17 31,0-17-15,0 0 0,0-35-1,35 17 1,-35-17-1,0 17 1,36-35 0,-36 35-1,17-17 1,-17 17 0,36-35 15,-1 36-16,0-36 1,0 17 0,1-17-1,-19 0 1,19 0 0,-1 35-1,-17-35 1,17 0-1,18 0 17,-18 0-17,-17 0 1,17 0 0,-17 0-1,17 0 16,0 0-15,-17 0 0,17 0-1,-17 0 1,17 0 0,0 0-1,-17 0 1,17-17-1,0 17 1,-17 0 0,17-18-1,18 18 17,-17-35-17,-19 35 16,-17-35-15,35 35 0,1-18-1,-19-17 17,19 35-17,-36-36-15,35 19 31,-17-18 1,17-1-1,-35 19-15,35-19 30,-35 1-30,35 17 0,-35-17 15,0 17-15,0-17 15,-17 0 0,-19 17-15,36-17-1,-17 35 1,17-35 0,-35 17-1,-1-17 16,19 35-15,17-18 0,-36-17-1,19 35 1,17-35 0,-36 35-1,36-18 1,-35 18-16,18-35 31,-19 35-15,36-36-1,-35 36 1,17-17 0,-17 17-1,0-35 1,17 35 15,-17 0 0,0-36-15,17 36 0,-35 0 15,18 0 0,-1 0-15,19 0 15,-18 0-15,17 0-1,-17 0 32,-1 0-31,19 0 15,-19 0-15,19 0-1,17 18 1,-35-18-1,-1 0 17,19 18-17,-19-18 17,36 35-1,-17-35 0,-19 0 0,1 0 1,35 35-17,-17-35 1</inkml:trace>
  <inkml:trace contextRef="#ctx0" brushRef="#br0" timeOffset="1922.1">22384 4339 0,'35'-35'94,"0"35"-79,36 0 16,-18 0-15,-18 18 0,0-18-1,1 0 1,-19 0 0</inkml:trace>
  <inkml:trace contextRef="#ctx0" brushRef="#br0" timeOffset="2463.23">22490 4110 0,'0'17'47,"0"1"-32,0 17 1,0 1-1,0-19-15,0 36 16,0 18 0,0-18-1,0-18 1,17 0 0,-17 1 15,35-36 47,-35-18-62</inkml:trace>
  <inkml:trace contextRef="#ctx0" brushRef="#br0" timeOffset="5085.03">25982 4322 0,'35'0'46,"18"0"1,71 0-15,-36 0-1,-70 0-16</inkml:trace>
  <inkml:trace contextRef="#ctx0" brushRef="#br0" timeOffset="5528.21">26158 4198 0,'18'35'109,"-18"1"-93,0 52 0,0-35 15,0-36-15,35 19-1,-35-1 16</inkml:trace>
  <inkml:trace contextRef="#ctx0" brushRef="#br0" timeOffset="13943.24">22983 5256 0,'0'0'31,"-17"0"0,-18 0 1,-18-35-1,17 35 0,1 0-15,17-35-1,-17 35 17,0 0-17,17 0 1,-35 0 15,0 0-15,18 0-1,17-35 17,-17 35-17,18 0 32,-19 0-16,1 0-15,17 17 0,-17-17 15,-18 35-15,36-35-1,-19 36 1,1-19 15,17-17-15,18 36-1,-35-1 17,0-17-1,17 17 0,18 0-15,0-17-16,0 17 15,-35-35 1,35 18 0,0 17-1,0 0 1,0-17-16,0 17 15,0 0 1,0 18 0,18-17-1,-18-1 1,0 0 0,35 18 15,-35 0-16,35-35-15,-17 52 32,17-52-17,-35 17 1,35 0 0,-17-35-1,17 18 1,0 17-1,-17 1 1,17-36-16,18 17 31,-17-17-15,-19 36 0,18-36 15,-35 17-31,18-17 15,17 0 1,1 0 0,-19 35-1,19-35 1,-19 0-16,19 0 16,-1 0-1,-18 0 1,19 0-1,-19 0 1,19 0 0,-1 0-1,-17 0 1,17-17 0,0 17 15,-17-18-16,17 18 1,-17-35 0,17 35-1,0-35 1,-17 17 15,17 18-15,-35-35-1,35-1 1,-17 19 15,17-19-15,-35 1 0,36 18 15,-36-19 0,0-17-15,0 18-1,17 35 1,-17-18 0,0-17-1,0 0 16,0 17-15,0-17 0,0 17-1,0-17 17,0 0-1,-35 35-16,35-18 1,0-17 0,-35 35-1,35-18 1,-18 18 0,18-35-1,-35 0 48,-1-1-32,36 19 0,-17 17-15,-18-36 15,-1 1 0,19 35 1,17-17-17,-36 17 1,19 0-1,17-36 1,-36 36 0,1-35 46,18 17-31,-19 18-15,1 0 31,35-35-31,-18 35-1,-17 0 48,-18 35-48</inkml:trace>
  <inkml:trace contextRef="#ctx0" brushRef="#br0" timeOffset="16638.91">21096 6421 0,'18'0'110,"-1"0"-95,89-18 16,0 18 1,-88-35-1,17 35 0</inkml:trace>
  <inkml:trace contextRef="#ctx0" brushRef="#br0" timeOffset="17105.46">21237 6227 0,'0'17'47,"0"1"-31,0 70-1,0-35 1,0-35-16,0 52 16,18-17-1,-18-18 16</inkml:trace>
  <inkml:trace contextRef="#ctx0" brushRef="#br0" timeOffset="18525.84">23954 6438 0,'17'0'109,"36"0"-93,0 35-1,-18-35 1,18 0 0,-35 0-1</inkml:trace>
  <inkml:trace contextRef="#ctx0" brushRef="#br0" timeOffset="18837.03">24059 6297 0,'0'71'47,"0"34"-16,0 1 0,0-88 0</inkml:trace>
  <inkml:trace contextRef="#ctx0" brushRef="#br0" timeOffset="25933.51">23477 8696 0,'0'18'46,"0"-1"-14,0 36-1,-17-18-15,17 18-1,0 18 1,0-53-16,0 17 15,0-18-15,0 54 16,0-18 0,-36 0-1,36-18 1,0 0-16,0 1 16,0-1-1,0-17 1,0 17 15,0-17 0,36-18 1,-1 0-1,18 35-16,-35-35 1,34 0 0,1 0-1,18 0 1,-18 0 0,-18 0-1,0 0 1,-17 0-1,17 0 1,1 0 0,-19 0-1,36 0 1,-18 0 0,-17 0-1,17 0 16,-17 0-15,53 0 15,-54 0-15,18 0 0,-17 0 15,17 0-16,1 0 17,-19 0 15,19-18 15,-36 1-31,0-36 1,0 17-17,0 1 1,0-18-1,0 0 17,0 18-17,0 17 17,0-17-17,0 17 1,0-17-1,0 0 1,0 17 0,0-35-1,0 0 1,0 18 0,0 17 15,0-17-16,0 0 17,0 17-1,0-17 16,-18 35 31,0 0-62,-35 0 15,0 0-16,18 0 1,0 18 0,17-18-1,-35 0 1,36 0 15,-19 0-15,1 0-1,18 0 1,-19 0 0,19 0-1,-19 0 17,1 0-17,17 0 1,-17 0 15,17 0-15,-17 0 15,0 0 0,17 0 0,-17 0-15,17 0 0,-17 0 15,0 0-15,17 0 15,-17 0 0,17 0 32,-17 0-32,0 0 266,17 0-282</inkml:trace>
  <inkml:trace contextRef="#ctx0" brushRef="#br0" timeOffset="29472.83">23671 10001 0,'18'0'31,"17"0"32,18 0-32,-18 0-15,18 36-1,0-36 1,-17 35-1,-19-35 1</inkml:trace>
  <inkml:trace contextRef="#ctx0" brushRef="#br0" timeOffset="29892.22">23901 9913 0,'0'18'47,"0"52"-16,0-17-16,0-18 1,0 18 0,0-17-16,0-1 31,0-53 31</inkml:trace>
  <inkml:trace contextRef="#ctx0" brushRef="#br0" timeOffset="30830.66">25153 9525 0,'18'0'63,"88"18"-32,-36-18 0,-35 0 1</inkml:trace>
  <inkml:trace contextRef="#ctx0" brushRef="#br0" timeOffset="31131.19">25312 9454 0,'0'89'47,"0"-72"-32,0 71 1,0-35 0,0-35-1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14T19:23:38.776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7030A0"/>
    </inkml:brush>
    <inkml:brush xml:id="br3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24042 2452 0,'-35'0'125,"-1"-35"-109,19 35-1,-19 0 1,1 17 0,17 1-1,18 17 1,0 0 0,0 1 15,0-1-16,18 0 1,88-17 0,-88-18-1,17-35 17,-35-1-17,0 19 1,0-19 15,0 54 78,0 0-93,35 17 0,-35 0-1,18-35 1,17 0 0,-17-17-1,17-36 1,-35 0-1,0-35 1,0 70-16,0-35 16,-88-71-1,70 19 1,-35 16 0,18 19 15,35 52-16,0 89 48,18-1-47,17 36-1,0-18 1,18 18-1,53 0 1,-53-71 0,-36 18-1,19-53 17,-1-35-1,-35-18-16,0 18 1,0 0 0,0-1-1,0 72 63,0 16-62,0-34-16,18 35 16,34 0-1,-16-53 1,-19 18 15,19-18-31,-36-53 31,0 0-15,0 17 0,0 1-1,0 0 1,0 53 46,0 17-46,35 35 0,0-34-1,-17-36 1,35 17 0,0-17 15,-18 0-16,0 0 1,1-35 0,-36-18-1,0 18 1,-18-36 0,-17 71-1,17 0 1,-17 0-1,35 36-15,-18-36 16,18 88 0,0-35-1,35-18 17,-17-35-1,17-35-16,-35-1 1,36 36 15,-19 18-15,-17 35 0,53-18-1,-18-35-15,54 0 31,-37 0-15,-16-35 0,-36-53-1,17 52-15,-17-16 16,0-90 0,-17 1-1,-71-35 16,52 88-15,-52 17 0,70 71 15,18 18 0,-35 17-15,53 89-1,17-36 1,36 53 0,70 106-1,-71-124 1,-34-52 0,-1-54-1,-35-52 48</inkml:trace>
  <inkml:trace contextRef="#ctx0" brushRef="#br0" timeOffset="742.85">23812 2293 0,'0'0'15,"0"-18"64,36-17-64,211-71 1,0-17-1,-53 88 1,-106 35 0,-88-18 93,-35 18-93</inkml:trace>
  <inkml:trace contextRef="#ctx0" brushRef="#br0" timeOffset="16533.23">23424 3440 0,'-35'0'141,"35"-106"-110,0-18 0,0 71-15,0 0-1,0 36 1,0 70 156,18 17-156,-18-34-16,35 16 15,-35 19 1,18-18-1,-18 0 1,0 0 0,0-18-1,-36-35 110,19 0-109,-18 0 15,35 18 16,17-18 47,18 0-79,1 0 1,-1 0 0,-17 0-16,17-18 31,0 18 188,-35 18-94,-17-18-110</inkml:trace>
  <inkml:trace contextRef="#ctx0" brushRef="#br0" timeOffset="22447.21">20197 5256 0,'0'-17'78,"-36"17"-47,36-36-31,-17 36 16,17-35-1,-36 35 1,1 0 0,17 0-1,18 18 16,0 17-15,0-17 0,0 35-1,0 0-15,18-36 16,17-17 0,18 0-1,0 0 1,-35 0-1,17-88 1,-35 35 15,0 35-15,0 54 93,35-1-93,-17-35 15,17 0-15,1-18-1,-36-35 1,17-17 15,-17 17-15,0 18-16,0-18 16,-17 0-1,-19-35 1,1-1-1,0 37 1,35-1-16,-18 53 16,18 17 46,18 89-46,35 35-1,0-53 1,-53-52 0,52 17-1,-52-36-15,53 36 16,-35-18 0,17-35-1,1 0 1,-19 0-1,-17-17 1,0-36 0,0 18-1,0-1-15,0 54 78,0 0-62,35 70 15,1-88-15,-19 0 0,19 0-1,-36-18-15,35-35 16,-35 18-1,0-18 1,0 35 0,18 54 62,17 17-63,35-36 17,1-17-1,-36-53 0,-35 0-15,-17 36-1,-1-18 1,-17 35 0,-1 17 15,36 1-15,0 17-1,0 18 1,18-53-1,17 0 1,1 0 0,-1 0 15,-17 0 0,-18-35-15,35 35 15,-18 0 0,19-36 1,-1 1-17,-35 0 1,0-36-1,0 1 1,-18-71 0,-35 52 15,1 19-15,52 52-16,-36 18 15,36-35-15,-35 35 16,0 0-1,35 35 32,0 18-31,17 0 0,36 53-1,0-36-15,-18 1 16,1 0-16,-1 17 15,18-53 17,-18 36-1,-52-71 0</inkml:trace>
  <inkml:trace contextRef="#ctx0" brushRef="#br0" timeOffset="22883.26">20408 5027 0,'0'-18'47,"53"18"-31,-53-35-1,35 35-15,1-35 16,17-18 0</inkml:trace>
  <inkml:trace contextRef="#ctx0" brushRef="#br0" timeOffset="23646.14">21343 4833 0,'-35'0'16,"52"0"31,36 0-16,0-18 0,-17-35 1,-36 18-17</inkml:trace>
  <inkml:trace contextRef="#ctx0" brushRef="#br0" timeOffset="23979.02">21449 4710 0,'-18'0'31,"54"0"32,-1 0-48,-18 0 1,19 35-1,-36 0 1,0 18 0,-18-35-1,0-18 32</inkml:trace>
  <inkml:trace contextRef="#ctx0" brushRef="#br0" timeOffset="25477.88">21749 4798 0,'0'-18'15,"0"-17"1,0 0-1,0-1 1,0-17-16,0 18 16,-36 35 15,36 18 0,0 35-15,0-18-1,18 0 1,0-35-16,-18 18 16,106-18-1,-89 0 1,18 0 15,-35-53-15,18-18-1,-18 36 1,0 17 15,-35 18 1,52 0 61,1 36-77,70-19 15,-70 19-15,17-36-1,-35 35 1,0-17 15,-17-18-15,34 0 62,19-36-62,16-17 15,-16-17 0,-54 35 0,-17 35 1,17 0-17,18 17 1,0 1 0,0 17-16,35-35 62,18 18-31,18 105 1,-36-105-17,-17 52 1,-18 19-1,35-89 1,-35 17 0,-18-70 31,1 0-32,-18 18 1,35 0-1,0 0 17,17 35-17,18-18 17,1 18-17,-1-35 1</inkml:trace>
  <inkml:trace contextRef="#ctx0" brushRef="#br0" timeOffset="41304.33">22348 4657 0</inkml:trace>
  <inkml:trace contextRef="#ctx0" brushRef="#br1" timeOffset="63226.43">21361 5627 0,'-36'0'31,"19"0"78,17-18-93,-36 1 15,19 17-15,-18 0 0,-1 0-1,1 52 32,35 1-31,0-17-16,18-1 15,17-35 1,-17 0 0,17-35-1,-35 17 1,0-17-1,35 35 32,-17 17-31,17 1 0,0-18 15,-17 35-31,17-35 31,-35-17-15,36-1-1,-36-17 1,0-18 0,0-18-1,0 54 1,0-19 15,-18 36-15,18 18-1,0 0 17,0-54 46,0-34-63,0 34 1,-35-52 0,17 35-1,18 36 1,0 105 93,0-35-93,71 106 15,-36-106-15,0-36-1,-17-17 1,17 0 15,-35-88-15,0 53-1,0-1 1,0 1 0,0 53 31,0 17-32,35-17 16,18 17 1,-18-53-1,-35-17-15,0 0-1,18 17 16,17 18 16,18 35 0,-17-35-31,-36-70 15,-18 70 16,18 17 15,53 1-15,-18-124 0,-35 53-31,-18-70 15,-17 70-15,35 18-16,-35-1 15,17 19 1,18 123 62,18-18-62,35-35-16,0 88 31,0-106-31,-18 18 31,-88-53 0</inkml:trace>
  <inkml:trace contextRef="#ctx0" brushRef="#br1" timeOffset="63730.19">21290 5362 0,'0'-17'62,"141"-19"-30,-105 1-32,-19 35 31</inkml:trace>
  <inkml:trace contextRef="#ctx0" brushRef="#br1" timeOffset="68758.08">22754 6703 0,'0'0'0,"0"-18"47,0-17-31,0-71 15,0 0 0,0 89-15,0 52 109,0 18-109,0 17-1,18 1 1,-18-18-1,0 0 1,0 0 0,0-36-1,0 19 17,-18-36 46,-17 0-63,17 0 1,-17 0 0,35 35-1,18-35 63,105 0-62,-105 0 0,35 0-1,0 0 1,-36 0 31</inkml:trace>
  <inkml:trace contextRef="#ctx0" brushRef="#br1" timeOffset="72597.24">18891 7673 0,'0'-18'47,"-53"18"-15,0 0-17,36 0 1,-36 0-1,18 0 1,35 53 0,0-18-16,0 36 15,0-36 1,35-35 0,18 0-1,-18 0-15,0 0 16,-35-53-1,36 0 1,-36 36 15,35 17 32,-17 0-48,-18 35-15,52-35 16,1 35 0,-35-35-1,17-17 1,-35-36 0,0-88-1,0 17 1,-35-17-1,-18 0 1,18 35 0,0 89-1,52 105 63,18-35-62,-35 0 0,53 88-1,53 0 1,-53-88 0,-18 0-1,18-53 1,-17 0-1,-19-18 17,-17-53-17,0 19 1,0 16 15,0 54 32,0 35-48,0 0 1,35-36 0,-17-17-1,17 0 1,1-35-1,-36-35 1,0 17 0,0 35 15,0 53 47,53 1-62,-36-36-16,-17 35 15,53-35 1,-18 0-16,-17 0 16,-18-18-1,35-17 1,-35-18-1,0 0-15,-35 35 32,0 18-17,35 53 48,0-17-32,17-36-15,-17 35-1,36-35 1,-19 0 0,19 0-1,-1-18 16,-35-17-15,18-18-16,-18 0 16,0-17-1,0-1 1,-71-123 0,0 71 15,54 52-16,-36 36 1,18-1 0,35 72 31,0 34-32,17 18 1,54 106-1,-1-52 1,1-54 0,-36 0-1,0-53 1,1-17 0,-54-18 30</inkml:trace>
  <inkml:trace contextRef="#ctx0" brushRef="#br1" timeOffset="73093.22">18909 7479 0,'88'-35'63,"36"-18"-32,-54 17 0,-35 1 0</inkml:trace>
  <inkml:trace contextRef="#ctx0" brushRef="#br1" timeOffset="74834.28">20020 7214 0,'53'-35'297,"0"0"-281,-18 35-1,1-36 1,-1 36 0,-35-17 15,-53-18 31,35 35-46,54 0 47,16 0-32,-52 17-31,36 1 31,-36 17-15,-18-17 15,18 17-15</inkml:trace>
  <inkml:trace contextRef="#ctx0" brushRef="#br1" timeOffset="75664.24">20391 7285 0,'0'-35'16,"35"-107"15,0 125-31,-35-89 31,-18 71 0,18 52 16,0 1-31,0 35-1,0 0 1,18-53-16,0 17 16,17-17-1,-17 0 1,17 0 0,-35-52-1,35-1 16,-35 17-15,0 1 0,-17 0 15,17 52 31,17-17-46,1 36 0,17-19-1,0-17 1,-17 36 0,-18 17 15</inkml:trace>
  <inkml:trace contextRef="#ctx0" brushRef="#br1" timeOffset="76100.14">20832 6897 0,'0'0'0,"0"-18"16,-18 18-1,-17 0 1,-1 0 15,36 35-15,0-17 15,18-18-15,0 0-1,35 35 1,-1 1-1,19 34 1,-71-52-16,53 17 16,0 36-1,-18-36 1,-53-53 46</inkml:trace>
  <inkml:trace contextRef="#ctx0" brushRef="#br1" timeOffset="76333.22">20920 7003 0,'0'-36'16,"35"36"0,-17-17-1,17-19 1,0 36 0</inkml:trace>
  <inkml:trace contextRef="#ctx0" brushRef="#br2" timeOffset="92008.38">19562 8184 0,'0'-35'62,"0"0"-15,-36 35-15,-17-18 14,18 18-14,17 36-1,18 16 0,71-16 0,-53-54 1,-18-35-1,35 53 31,-17 0-30,17 0-1,0 0 0,0-53-15,-35-53-1,0 36 17,-17 17-17,17 18-15,-36 35 16,36-71 0,-17 71-1,17 18 48,35 88-32,18-71-15,18 35-1,17-34 16,-71-36 1,-17-53-1,0 0-15,0 35-16,0 36 78,36 52-63,17-70 17,-18 0-17,0-17 1,-35-19 15,0 19-15,18 17 46,70 17-31,-35-17-15,-18 0 0,0 0-1,-35-17 1,0-18 0,0 17 15,-17 18 0,-1 0-15,18 35 31,35-35-1,-17 0-14,17 0-17,1 0 1,-19 0 0,19 0-16,-19-17 15,-17-19 1,35-70-1,-35 54 17,0 16-32,-52-34 15,16-36 1,-17 71 0,18-18-1,17 53 1,18 17 31,0 36-32,0 0-15,53 0 16,36 123 0,-37-105-1,-16-36 1,-36-17-1,-53-36 32</inkml:trace>
  <inkml:trace contextRef="#ctx0" brushRef="#br2" timeOffset="92656.84">19632 7885 0,'35'0'125,"36"-18"-109,-18 18-1,-18-18 1,18 18-16,-53-35 15,-18 53 32</inkml:trace>
  <inkml:trace contextRef="#ctx0" brushRef="#br2" timeOffset="100619.18">20867 8361 0,'0'-88'31,"35"-1"0,-35 54-15,0 0-1,0 17 1,35 142 109,-17 70-109,-18-106 15,35-88 0,-52 0 0,-54 0 1,53 0-1,-17 0-15,53 0 30,35 18-14,53-18-1,-54 0 0,-34 0 0</inkml:trace>
  <inkml:trace contextRef="#ctx0" brushRef="#br2" timeOffset="101668.47">19738 8467 0,'35'0'94,"18"0"-79,-18 0 1,18 0-1,-17-36 1,-19 1 15,-17 17-15</inkml:trace>
  <inkml:trace contextRef="#ctx0" brushRef="#br2" timeOffset="101902.19">19879 8290 0,'0'18'47,"0"0"-31,0 87-1,0-16 1,0-37 0,0 1-1</inkml:trace>
  <inkml:trace contextRef="#ctx0" brushRef="#br2" timeOffset="103801.23">18186 9560 0,'-18'0'63,"-17"0"-32,17-35-15,-17 35 15,17 0-15,-17 0-1,35 18 1,0 17-1,0 0 1,0 18-16,53-18 31,0-35-15,-18-17 0,-35-71 15,0 52 0,18 54 32,17 17-48,0-35 16,-17 0-15,17-17 15,-35-19-15,0 1 0</inkml:trace>
  <inkml:trace contextRef="#ctx0" brushRef="#br2" timeOffset="104700.95">18186 8908 0,'0'70'47,"0"-17"-31,53 53-1,0 35 1,-1 0 0,-16-35-1,-1-71 1,-35-17-1,-18-53 48,18-1-32,0 19 0,0-19-15,18 1 0,17 35-1,-17 0-15,35 0 32,-18 35-17,-17 1 1,-18-19-1,35-17-15,0 0 32,-35-35-17,0 0 1,0-18 0,0 18 30,0 70 1,18-35-31,17 35 0,-17-35-1,17 0 1</inkml:trace>
  <inkml:trace contextRef="#ctx0" brushRef="#br2" timeOffset="105383.28">18803 9331 0,'-35'0'31,"35"35"47,17-17-62,1-18 0,17 0-1,-17 0 1,17 0 15,1-35 0,-36-18-15,0-36 0,0 19-1,0 17 1,-36 0-1,-52-123 1,17 70 0,54 53-1,17 106 79,0 0-78,53 0-16,35 158 31,18-70 0,-53-105 0,-53-1 1</inkml:trace>
  <inkml:trace contextRef="#ctx0" brushRef="#br2" timeOffset="105900.3">19068 9049 0,'0'0'0,"17"0"47,36-18-16,-18-17-15,-35 17-1</inkml:trace>
  <inkml:trace contextRef="#ctx0" brushRef="#br2" timeOffset="106234.54">19173 8855 0,'18'0'31,"17"17"0,1 19 1,-36-19-32,0 54 31,0-54 0</inkml:trace>
  <inkml:trace contextRef="#ctx0" brushRef="#br2" timeOffset="106599.42">19350 8978 0,'17'-70'16,"-17"-19"15,0 72 0,0-18-15,0 52 31,0 36-16,0-35-15,36-18 15,34-18-16</inkml:trace>
  <inkml:trace contextRef="#ctx0" brushRef="#br2" timeOffset="106949.81">19509 8678 0,'0'0'0,"-36"0"78,36 18-62,0 0-1,0 17 17,18-35-17,17 35 16,1 0-15,-1 36 0,0-18-1,-35-35 1</inkml:trace>
  <inkml:trace contextRef="#ctx0" brushRef="#br2" timeOffset="107933.17">19438 8802 0,'0'35'110,"18"-35"-95,17 35 1,0-17 15,-70 88 1</inkml:trace>
  <inkml:trace contextRef="#ctx0" brushRef="#br3" timeOffset="114361.82">19667 9790 0,'-17'0'47,"-36"0"-16,-18-36 0,-17 36 1,88 18-17,0 0-15,0 52 16,0-17-1,35-18 1,18-35-16,-17 0 16,-1-17-1,-35-36 1,35 35 15,-17 18 47,17 0-62,0 0 15,-17 0-15,17-53-1</inkml:trace>
  <inkml:trace contextRef="#ctx0" brushRef="#br3" timeOffset="115096.55">19808 9402 0,'0'17'16,"36"18"-1,-36 54 1,17-1 0,19 53-1,-36-35 1,35-71-1,-35-17 1,-18-54 31,1 1-16,17 17-15,0-17 15,35 0 0,0 35-15,-17 0-16,17 18 31,-35 34-15,35-16-1,-17-36 17,17 0-17,-35-18 1,0-35 15,0 18-31,36 0 16,-36 52 31,17 54-16,19-71-15,-1 0 15,-18 0-16</inkml:trace>
  <inkml:trace contextRef="#ctx0" brushRef="#br3" timeOffset="115810.65">20302 9754 0,'-35'0'78,"35"36"-62,18-1 15,-1-35-15,19-18 15,-1 18 32,18 0-32,-18-88 0,-35 17-15,0 19-1,0-1 1,0 0-16,-18 35 16,18-35-16,-35-17 15,35 52 1,-17 18-1,17 123 48,0-52-47,52 0-16,1 70 31,0-18-16,0-88 1,-18-35 0,-17 18-1</inkml:trace>
  <inkml:trace contextRef="#ctx0" brushRef="#br3" timeOffset="119880.02">20232 9031 0,'-18'0'31,"18"-18"94,0 1-109,35 17-16,18-71 31,-17 18 0,17 18 1,-18 17-17,-35-17 1,35 35 0,-35-17-1,18 17 1,-36 0 31</inkml:trace>
  <inkml:trace contextRef="#ctx0" brushRef="#br3" timeOffset="120508.16">20391 8767 0,'17'0'110,"36"-36"-79,-18 36 0,-35 18 16,0 0-31,0 17 15,-17-18-15,-19-17 15,19 0 141</inkml:trace>
  <inkml:trace contextRef="#ctx0" brushRef="#br3" timeOffset="121324.12">20549 9031 0,'-35'0'31,"35"18"-16,0 17 1,0 0 0,-18-35-1,18 18 1,0 17 0,36 0 15,-1-35 0,-17 0-15,17-17-1,0-18 1,-17-18 0,-18 17 15,0 19-16,0-19 1,-36 1 15,-16 35-15,34 0 0,-17 0-1,17 18 32,-17 35-31,35-18-1,0 53 1,17-70 0,-17 17-1</inkml:trace>
  <inkml:trace contextRef="#ctx0" brushRef="#br2" timeOffset="132682.63">21661 7990 0,'17'0'78,"18"0"-62,36 18 15,17 35 1,-17 18-1,-71-36 16</inkml:trace>
  <inkml:trace contextRef="#ctx0" brushRef="#br2" timeOffset="133002.01">21943 8061 0,'17'0'78,"19"18"-63,-1-18-15,-35 35 16,0-17 15,0 17-15,-18-35 15,-17 0-15,35 17 31</inkml:trace>
  <inkml:trace contextRef="#ctx0" brushRef="#br2" timeOffset="134317.81">22331 8343 0,'-18'-35'63,"-17"35"-32,35 18-15,0-1-16,0 36 31,0-18-16,18-35 1,34 0 0,-52-35 15,0 17 0,36 18 16,-1 53-31,0-53-1,1 0 1,-19 0 0,-17-35-1</inkml:trace>
  <inkml:trace contextRef="#ctx0" brushRef="#br2" timeOffset="134649.17">22472 8079 0,'18'35'63,"52"124"-32,-17-71 0,-53-18 0</inkml:trace>
  <inkml:trace contextRef="#ctx0" brushRef="#br2" timeOffset="135050.13">22595 8396 0,'0'-35'31,"18"-18"0,17 18 0,18 35 1,-17 53-1,-36-36-31,17-17 31,18 0-15,-17 0-1,-18-53 1,0 18 0,35 53 62,36-18-63,-36 0 1</inkml:trace>
  <inkml:trace contextRef="#ctx0" brushRef="#br2" timeOffset="135600.06">23001 8202 0,'0'18'63,"0"-1"-32,0 19 0,35-36 0,-17 0 1,-18-18-17,35-35 1,-35 18 15,0-71-15,-17 53-1,-1-88 1,-17 88 0,-1 18-1,19 35 16,17 53 1,0 17-17,35-17 1,36 35 0,-71-52-1,35 17 1,-35-18-1</inkml:trace>
  <inkml:trace contextRef="#ctx0" brushRef="#br2" timeOffset="136948.74">22772 8696 0,'0'0'0,"-18"0"16,-17 0 15,17 0 0,18 18-15,-35-1 0,35 19-1,18-1 1,-1-35 0,19 0-16,-19-53 31,-17 18-16,0-1 1,0 19 0,0-19-16,0-17 15,0 18 1,0 0 15,0 53 0,0-1-15,0 36 0,35 0-1,1-53-15,-19 18 16,19-18 15,-19 0-15,-17-36 15,0 1-15,36 53 62,-1-18-47,-18 0 0,-17-18-15,36 0 0,-36-17-1,35 35 1,-17 0-1,17 18 17,0 17-17,-35-17 1,18-18-16</inkml:trace>
  <inkml:trace contextRef="#ctx0" brushRef="#br2" timeOffset="137449.1">23319 7955 0,'0'18'15,"17"-18"32,1 0-31,17 0-1,0-18 17,-35 0-17</inkml:trace>
  <inkml:trace contextRef="#ctx0" brushRef="#br2" timeOffset="137682.98">23424 7885 0,'18'0'62,"17"0"-46,18 35 15,-35-18-15,17-17-1,-35 36 1,-35-1 0,0-17-16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14T19:29:38.270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24095 3739 0</inkml:trace>
  <inkml:trace contextRef="#ctx0" brushRef="#br0" timeOffset="0.99">24236 3422 0,'-35'-35'78,"-36"35"-47,0 53-15,36-53 15,18 52-15,17 1-1,0-17 1,0 52 0,0-53-1,0 18 1,0 0-1,35-18 1,53-17 0,-70-18-1,52 0 1,-17-18 15,-35 1-15,-18-19-1,0 19 1,0-36 15,-36 18-15,1 35 0,18 0-1,-36 0 1,17 0-1,36 17 1,-35 18 0,35-17-1,0 17 1,18-35 0,-18 18-1,35-18 1,18 0-1,-35 0-15</inkml:trace>
  <inkml:trace contextRef="#ctx0" brushRef="#br0" timeOffset="1.99">24553 3581 0,'0'-36'15,"0"1"1,0 0 15,36 0-15,-1-1 15,-17 36-15,17 0 15,0 0 0,-17 0-15,17 18 15,-35 17-15,18-35-16,-18 18 15,0 35 1,0 17 0,-18 1-1,-17 17 1,-18-53-1,0-35 1,35 36 0,-17-36-1,0-18 32,35 0-31,0-17-1,0 17 1,17 18 15,19 0-15,-19 0 15,19 0-15,-1 36-1,-18-1 1,19-17 0,-1 17-1,-17-35 1,35 0 15,17-18-15,-17-35-1,-18 36 1,-35-19 0,-17 36 15,-19 0-31</inkml:trace>
  <inkml:trace contextRef="#ctx0" brushRef="#br0" timeOffset="2.99">24007 3986 0,'-18'0'63,"0"0"-32,-17 0-15,0 0-1,35 36 1,-18-36 0,18 17-16,-35 19 15,-1 16 16,1-16-15,18 17-16,-54 35 31,36-53-15,-1 0 0,1 1-1,18-19 1,-19 19-1,1-1 1,0 0 0,17-17-1,-17 17 1,0 0 0,17-35 15,-17 36-16,-54 17 1,89-18 0,-17-18-1,-19 19 1,1-1 0,0 0-1,17-17 1,18 17-1,-35 1 1,0-19 0,-18 18-1,35-17 1,-17 17 0,0 1-1,17-19 16,-17 19-15,-1-36 0,36 35-1,-17-35 1</inkml:trace>
  <inkml:trace contextRef="#ctx0" brushRef="#br0" timeOffset="3.99">22331 5433 0,'17'0'109,"19"-18"-93,17 18 0,-18 0 15,-17 0-15,17 0-1,0 35 1,-35-17-1,0 35 17,0-18-17,-18 18 1,-17-35 0,0-18-16,35 35 15,-106 0 1,88-35-1,-17 0 32,35-17 0,18-19-16,35 36 1,0 0-1,-18 18-15,-17 0-1,17 35 1,0-18-1,-35 0 1,0-17 15,0 17-15,-35-17 0,0 17-1,17-35 1,-17 0-1,17 0 1,-17 0 0,-1 0-1,19 0 17,17-18 14</inkml:trace>
  <inkml:trace contextRef="#ctx0" brushRef="#br0" timeOffset="4.99">23089 5592 0,'36'-36'47,"-54"19"-1,-17 17-30,-1 0 0,1 0-1,-18 0 1,-17 0 0,34 35 15,36 0 0,0-17 0,18 17-15,17-17 0,-17 35-1,70-18 1,-35-17-1,-18 17 1,-35-18 0,36 19-1,-36-1 17,-18-35-17,-17 0 1,-54 0-1,37 0 1,34-18 15,18-17 1,0 17-17,0-17 1,0 18-1,88-19 1,-35 1 0,-18 17-1,-35-17 1,18 35 0</inkml:trace>
  <inkml:trace contextRef="#ctx0" brushRef="#br0" timeOffset="5.99">22525 5980 0,'-18'0'94,"-17"0"-63,17 17 0,-17 1-15,-18 17 15,-17 18 0,17 0-15,0-18-1,35 18 1,-17-18 0,17 18-1,-17-17 1,0-36 0,35 35-16,-18-35 15,18 35-15,-35-35 16,17 53-1,-35-18 1,0-17 0,-17 35-1,17-18 17,0 0-17,0 1 1,0-19-1,18 36 1,-18 0-16,0-17 16,18-1-1,-1 0 1,1-17 0,17 17-1,-17-35 1,17 35-1,-17-17 1,0 17 15,17-35 16,18 35-31,-35-17 31,0 17 0</inkml:trace>
  <inkml:trace contextRef="#ctx0" brushRef="#br0" timeOffset="6.99">20796 7355 0,'71'0'94,"-36"0"-79,71 0 17,-53 0-1,-18 18 0,-17 17 16,-18-17-31,0 17-1,0 18 1,0-18-1,0 36 1,-18-18 0,18-18-16,0 0 15,0 18 1,0 0 0,-18-17 15,18-19-16,0-70 48</inkml:trace>
  <inkml:trace contextRef="#ctx0" brushRef="#br0" timeOffset="7.99">20920 7673 0,'17'0'93,"19"0"-77,52 0 0,0-35-1,-35 35 1,-18 0 0,-17 0-1,17 0 32,0 0-16,-52 35 63,-36-35-94</inkml:trace>
  <inkml:trace contextRef="#ctx0" brushRef="#br0" timeOffset="8.99">20867 7990 0,'-18'0'140,"18"18"-124,-17-18-16,-19 35 31,-17 54 0,0-1 1,-17 0-1,35-53-31,-18 18 31,0 0-15,-71 88-1,54-88 1,17 18 0,-18-18-1,54-18 1,-36 0-1,17-35-15,1 35 16,0-17 0,17 17-1,-17-17 1,0 17 0,17 0-1,-17-35 48</inkml:trace>
  <inkml:trace contextRef="#ctx0" brushRef="#br0" timeOffset="9.99">19650 9066 0,'-36'0'32,"54"0"30,35 0-46,159 0 15,-107 0-15,-52 0-16,0 0 15,-17 0 1,-1 0 0,0 0 15,-70 0 16,-18 0-32</inkml:trace>
  <inkml:trace contextRef="#ctx0" brushRef="#br0" timeOffset="10.99">19614 9313 0,'53'0'47,"-17"0"-32,69 0 1,1 0-1,-35 0 17,-18 0-17,-18 0 1,18 0 0,-35 0-1,-54 0 79</inkml:trace>
  <inkml:trace contextRef="#ctx0" brushRef="#br0" timeOffset="11.99">21220 7867 0,'35'18'110,"0"34"-79,18 1 0,-53-17-15,35-1 0,1-35-16,-1 18 15,0 17 1,0-17-1,18 17 1,-53 0 0,53-17-16,-17 17 31,16-17-15,1-18-1,-17 35 1,17 0-1,-18-17 1,-18-18 0,-17 35-1,36-35 1,-1 35 0,-17-35-1,-18 18 1,35-18-1,-35 53 1,18-53-16,17 35 16,0 0 15,18-17-15,-35 17 15,17-35-16,-35 36 1,35-19 0,-17-17-16,-18 36 15,35-36 1,-17 35 0,17-17 15,0-18 16,-35 35-16,18-35-15,-18 35-1,35-35 16,-35 18-15,18-18 15,-18 35-15,35-35 62,-35-18 110</inkml:trace>
  <inkml:trace contextRef="#ctx0" brushRef="#br0" timeOffset="12.99">22384 9225 0,'0'-88'78,"0"53"-62,0-1-1,0 19 17,35 87 77,0 124-78,-35-105-15,0-54-16,0-18 31,0 36-15,36-106 31</inkml:trace>
  <inkml:trace contextRef="#ctx0" brushRef="#br0" timeOffset="13.99">22701 9119 0,'0'18'16,"0"17"-1,0-17 1,0 35 0,0-18-1,0 71 1,0-53 0,36-18-1,-19-35 1,-17 35-1,35-35-15,18-17 32,-35-1-17,17-17 17,1 0-17,-36 17 1,0-17-1,0-36 1,-53-35 15,17 71-15,1 35 0,17 0-1,-17 0 1,18 0-1,-19 18 1,1 34 0,35 1-1,0 18 1,0-36 15</inkml:trace>
  <inkml:trace contextRef="#ctx0" brushRef="#br0" timeOffset="14.99">22560 9631 0,'-18'17'172,"-17"19"-141,18-19-15,-54 36 15,53-17-16,-17-19 1,17 18 0,18-17-16,-35 17 15,0 1 1,17-19 0,-17 19-1,17-36 1,18 17-1,-35-17-15,0 53 16,17-18 0,-35 1-1,0 17 1,53-18-16,-35 0 16,-18 18-1,-17 0 1,17-18-1,0 1 1,0-19 0,18 18-1,17 1 1,-17-1 0,-1 0 15,1-17 0,0 17-15,17 1 15,-35-1-15,18 0-1,0-17 16,17 17 1,-17 18-1,35-35-15,-18-18 46</inkml:trace>
  <inkml:trace contextRef="#ctx0" brushRef="#br0" timeOffset="15.99">20920 11324 0,'0'-35'63,"0"-18"-48,35 35 1,-35-17 15,18 0-15,17 35 78,-35 88-63,35 53 0,-35-88-15,0 0-1,0-18 1,18-35 46,-18-35-46</inkml:trace>
  <inkml:trace contextRef="#ctx0" brushRef="#br0" timeOffset="16.99">21220 11271 0,'-18'53'32,"18"18"-1,53 35 0,-18-71-15,-17-18-1,17-17 1,0 0 0,-17 0-1,17 0 1,1-35-1,-1-53 1,-18 53 0,-17-18-1,0 18-15,0-18 16,0 0 0,-35 35-1,18 18 1,-36-35-1,17 35 1,1 0 0,-18 0-1,18 17 1,0 19 0,-1 52-1,36-35 1</inkml:trace>
  <inkml:trace contextRef="#ctx0" brushRef="#br0" timeOffset="17.99">20955 11677 0,'-35'0'62,"17"18"-31,-35 34 1,-17 37-1,52-89-15,-17 106-1,-18-36 1,17-17-1,-16-53 1,-19 35-16,36 18 31,-1 0-15,19 0 0,-89 70-1,53-70 1,18-17-1,0-19 1,-1 19 15</inkml:trace>
  <inkml:trace contextRef="#ctx0" brushRef="#br0" timeOffset="18.99">20020 12612 0,'35'0'32,"-17"0"-17,53 0 1,-1 0 0,18 0-1,-35 0 1,-17 0-16,-1 0 15,0 0 1</inkml:trace>
  <inkml:trace contextRef="#ctx0" brushRef="#br0" timeOffset="19.99">20073 12753 0,'141'0'79,"88"-18"-48,-105 18 0,-124-17 32</inkml:trace>
  <inkml:trace contextRef="#ctx0" brushRef="#br0" timeOffset="20.99">21396 11606 0,'18'36'203,"17"-1"-172,-17-35-15,17 18-1,0 34 1,-17-16-16,52 17 31,-34-18-15,-1 0-1,-18 18 1,19-18 0,-1 1 15,18-1-15,-18 18-1,0-18-15,-17 0 16,17 1-1,-35 17 1,53 0 0,0-1-1,-17 1 1,-19-17 0,-17-1-1,35-35 1,-52-18 46,-1 18-46</inkml:trace>
  <inkml:trace contextRef="#ctx0" brushRef="#br0" timeOffset="21.99">21960 12612 0,'-17'0'15,"87"0"32,-34 0-31,17 0-1,35 0 1,-35-35 0,-18 35-1,-17 0 1</inkml:trace>
  <inkml:trace contextRef="#ctx0" brushRef="#br0" timeOffset="22.99">21996 12682 0,'0'18'31,"106"-18"-15,70-35 15,-70-1 0,-71 36 32,-53 0 31</inkml:trace>
  <inkml:trace contextRef="#ctx0" brushRef="#br0" timeOffset="23.99">22895 9525 0,'36'0'157,"-36"35"-126,17-35-16,-17 18 1,35-18 0,-35 35-1,18 0 1,17-35 0,1 18-1,-36 17 1,53-17-1,-53 17 1,17 1 0,18-36-1,-35 17 1,36 18 0,-19-35 15,-17 18-31,36 17 15,17 1 1,-36-1 0,19-17-1,-1 17 1,0 0 0,18 0 15,-35 1-16,17-36-15,-35 35 16,35 0 0,-17 1-1,17-1 1,0 18 15,1-18-15,-19-17-1,-17 17 1,36-35-16,-36 35 16,35-17-1,-35 17 1,17 0 0,-17-17-1,36 17 1,-1-17-1,-35 17 1,0 1 15,18-36-15,-36 0 140,18-18-156</inkml:trace>
  <inkml:trace contextRef="#ctx0" brushRef="#br0" timeOffset="24.99">23918 11024 0,'0'-17'62,"0"-19"-15,18 36-31,17 0 15,-17 0-15,17 18-1,-35 17 1,0 1-16,0 16 15,-35 54 1,-18-17 0,0-37-1,18-16 1,35-1-16,-36-35 16,1 35-1,35-52 32,-17-1-31,17-17-1,17-1 1,1 1 0,17 35-1,0 0 16,-17 0-15,17 18 0,-17 35-1,35-18 1,-18-35 0,-17 0-1,17 0 16,-35-18-15,18 1 0,-18-19-16</inkml:trace>
  <inkml:trace contextRef="#ctx0" brushRef="#br0" timeOffset="25.99">24148 11024 0,'17'0'47,"36"0"-16,-18 0-15,18 0 0,0 0-1,-17 0 1,-1 0-1,0 36 17,-35 16-17,0-16 1,0 70 0,0-71-1,0 18 1,0-18 15,0 0-15,0-17-1</inkml:trace>
  <inkml:trace contextRef="#ctx0" brushRef="#br0" timeOffset="26.99">24359 11307 0,'18'0'47,"17"-18"-31,18 18-1,-18 0 1,54 0-1,-36 0 1,-1 0 0,-34 0-1</inkml:trace>
  <inkml:trace contextRef="#ctx0" brushRef="#br0" timeOffset="27.99">24095 11730 0,'-18'0'110,"-17"17"-79,0 1-15,-36 88 15,-17 17 0,-18 1 0,53-71-15,18 53 0,-1-71-1,1 18 1,0-18-1,0 0 1,35 1 0,-18-19 46</inkml:trace>
  <inkml:trace contextRef="#ctx0" brushRef="#br0" timeOffset="28.99">23336 12718 0,'18'0'47,"17"-36"-32,-17 36 1,17 0-1,0-35 1,-17 70 31,-18 71-31,0-53-1,-18 18 1,-35-18-1,1-18 1,52-18-16,-36-17 16,1 0-1,0 0 1,17 0 0,18-35-1,0 0 1,0 17 15,35 18 0,1 0-31,52 53 32,-35-35-17,0 17 1,-18 0-1,0-35 1,0 0 0,-17-17-1,17-36 1,-35 0-16</inkml:trace>
  <inkml:trace contextRef="#ctx0" brushRef="#br0" timeOffset="29.99">23971 12612 0,'-17'0'47,"-54"17"-15,0 1-1,36 17 0,18-35-15,-19 0 15,36 18-15,0 17 30,0 1-14,0-19-1,18-17 16,0 0-16,17 0-15,-18 0-1,19 0 1,17 0 0,17 0-1,-52 35 1,-18-17-1,35-18 1,-35 35 15,0 18-15,0-35 0,0 17-1,0-17 1,-35-18-16,0 0 15,-18 0 1,17 0 0,19 0-1,-19 0 1</inkml:trace>
  <inkml:trace contextRef="#ctx0" brushRef="#br0" timeOffset="30.99">23460 13212 0,'0'-18'16,"-36"53"125,36 0-126,-52 1 1,34 17 0,-17 0-1,-36 17 1,0 1-1,-17 17 1,18-18 0,52-17-1,-35-17 17,-17 87-17,70-88 1,-36 1-1,1 17 1,35-36 0,-18-17-16,18 35 15,-35 1 1,0-1 0,17-17 15,-17-18 141</inkml:trace>
  <inkml:trace contextRef="#ctx0" brushRef="#br0" timeOffset="31.99">22437 14728 0,'0'-17'109,"17"-18"-93,-17-18-16,0 0 31,36 17-16,-36 89 64,35-17-64,-18 87 16,19-35 1,-1-88-17</inkml:trace>
  <inkml:trace contextRef="#ctx0" brushRef="#br0" timeOffset="32.99">22983 14464 0,'0'-18'31,"0"36"-31,0-71 32,-88 53-1,18 18 0,34 17 0,36-17-15,0 17 0,0-18-1,18-17-15,35 36 16,0-1-1,17 18 1,-34-18 0,-1 18-1,-35-18 32,0 1-31,-35-36-1,-53 0 1,52 0 0,36-36 15,0 1-15,0 17-1,18-17 1,88-53-1,-89 70 17</inkml:trace>
  <inkml:trace contextRef="#ctx0" brushRef="#br0" timeOffset="33.99">22366 15205 0,'-18'53'125,"-17"0"-110,-141 123 16,105-88-15,18 18 0,18 0-1,-18-53 1,18 35 0,0-53 30,35-17-14</inkml:trace>
  <inkml:trace contextRef="#ctx0" brushRef="#br0" timeOffset="34.99">21643 16069 0,'0'0'0,"70"0"78,1 0-62,105 0-1,-87 0 1,-54 0 0,-17 0-1</inkml:trace>
  <inkml:trace contextRef="#ctx0" brushRef="#br0" timeOffset="35.99">21749 16316 0,'17'0'62,"54"0"-46,-18-18 0,159-17-1,-89 35 1,-52 0 0,-19 0-1,-52 18 220,-35-18-173,0 0-46</inkml:trace>
  <inkml:trace contextRef="#ctx0" brushRef="#br0" timeOffset="36.99">23107 15134 0,'0'18'78,"0"-1"-63,70 89 17,89 53-1,35 0 0,-53-89 0,-88-34-15,0-1 0</inkml:trace>
  <inkml:trace contextRef="#ctx0" brushRef="#br0" timeOffset="37.99">23530 15875 0,'-35'0'31,"106"0"0,-1 0-15,18-18-1,89 18 1,-124 0 0,-36 0-1,-34 0 48</inkml:trace>
  <inkml:trace contextRef="#ctx0" brushRef="#br0" timeOffset="38.99">23583 16087 0,'0'0'32,"141"0"-1,-70-18-16,35-17 1,-71 35 0</inkml:trace>
  <inkml:trace contextRef="#ctx0" brushRef="#br0" timeOffset="39.99">23918 13317 0,'36'18'125,"-1"17"-109,18 1-1,0-1 1,-18 0-1,18 0 1,0 1-16,35 17 31,-70-18-15,17 0 0,0 0-1,18 1 1,-18-19-1,18 19 1,-17-1 15,-1 0-31,18 18 32,-53-18-17,35 1 1,0-36-1,-35 35-15,18-35 16,-18 35 0,35 0-1,1-17 1,-1 17 15,-18 1-15,-17-1 62</inkml:trace>
  <inkml:trace contextRef="#ctx0" brushRef="#br0" timeOffset="40.99">24694 14376 0,'71'0'31,"-18"-36"-15,17 36-16,72-35 15,-37 35 1,-52 0 0,-17 0-1,-72 0 48,1 18-63</inkml:trace>
  <inkml:trace contextRef="#ctx0" brushRef="#br0" timeOffset="41.99">24818 14605 0,'53'0'32,"0"0"-32,105-53 31,1 18 0,-123 35 0,-54 17 16</inkml:trace>
  <inkml:trace contextRef="#ctx0" brushRef="#br0" timeOffset="42.99">24589 11730 0,'35'0'109,"-17"35"-93,105 18 15,-52-18-15,-19 1-1,37-1 1,-19 0 0,36 0-1,-53-17 1,18 17 15,-71 1-31,35-19 16,0-17-1,0 36 1,-17-36 0,-18 35-1,35-35 32,-35 17-31,18-17 15,-18 36 0,35-36-15,-52 0 46</inkml:trace>
  <inkml:trace contextRef="#ctx0" brushRef="#br0" timeOffset="43.99">25382 12418 0,'18'0'47,"70"-18"-32,-35 0 1,18-17 0,-18 35-1,-1 0 1,-16 0-1,-36-35 1,-36 53 15,-34 17-15</inkml:trace>
  <inkml:trace contextRef="#ctx0" brushRef="#br0" timeOffset="44.99">25400 12541 0,'159'0'62,"-71"0"-31,-53 0-15,36-35 15,-36 35-15,-70 0 62,-1 0-62</inkml:trace>
  <inkml:trace contextRef="#ctx0" brushRef="#br0" timeOffset="45.99">23213 6121 0,'17'0'297,"19"0"-235,-36 17-46,35 19 15,-17-1-15,17-35-1,-35 18 1,18 17-1,34 0 17,-16-17-17,-19-18 1,19 53 0,-1-18-1,0 0 1,-17-17-1,17-18 1,18 35 0,-35-35-16,-18 35 15,53-17 1,-36-18 0,18 35-1,1-35-15,-36 36 16,17-19 15,19-17-15,-1 35-1,-17 1 1,17-19 0,0-17-1,-17 36 1,17-1-1,0-35 1,-17 18-16,17 17 31,1 0-15,-1 0 15,0 1-15,-17-19 15,17 19 32,-17-1-32,17-17 0,0-18 63,-35 35-63,-17-35 94,-89 0-109</inkml:trace>
  <inkml:trace contextRef="#ctx0" brushRef="#br0" timeOffset="46.99">24606 7232 0,'-35'0'125,"-18"18"-109,0-18 0,0 0-1,18 0 1,0 0 0,-1 0-1,36 17 63,0 18-62,0-17 0,0 17-1,0 1 1,0-19-1,0 19 1,0-19 0,18 19 31,0-36-32,17 0 1,35 0-1,1 0 1,-36 35 0,-35-18-1,36 19-15,-1-1 32,-35-17-17,0 35 1,-35-1-1,-54 1 1,72-35 0,-36-18-1,0 0-15,35-18 32,18-17-17,0 0 16,0 17-15</inkml:trace>
  <inkml:trace contextRef="#ctx0" brushRef="#br0" timeOffset="47.99">24888 7408 0,'-17'-35'16,"-1"-18"15,-17 53 1,0-18-17,17 18 1,-17 0 15,35 36-15,0-1-1,0-17 1,0 17 0,35 0-1,0 18 1,18 35-1,0-35 1,-18 0 0,-35 0-1,0-35 17,0 17-17,-35-35 1,0 0-16,-18 0 15,18 0 1,35-18 0,-36 1-1,36-19 1,53-16 0,18 16-1,-36-17 1,18 0-1,-35 1 1,-18 16 0</inkml:trace>
  <inkml:trace contextRef="#ctx0" brushRef="#br0" timeOffset="48.99">24395 7973 0,'-18'17'125,"-17"19"-109,-36 52 15,-35 53 1,53-88-17,0 17 1,36-34-1,-18 17 1,17-53-16,18 53 16,-35-53-16,-1 35 15,36 0 1,-17 0 0,-19-17-1,1 17 16,0 1 63</inkml:trace>
  <inkml:trace contextRef="#ctx0" brushRef="#br0" timeOffset="49.99">23671 8872 0,'-35'18'32,"35"0"-1,0 17-16,0-17-15,-35-18 16,35 35 0,0 0-1,17-17 17,1-18-17,17 0 1,1 0-1,-19 0 1,19 0 0,-19 0 46</inkml:trace>
  <inkml:trace contextRef="#ctx0" brushRef="#br0" timeOffset="50.99">23777 8802 0,'0'35'63,"0"71"-32,0 70 0,0-88-15,0-52-1,35-36 32,1-53-31</inkml:trace>
  <inkml:trace contextRef="#ctx0" brushRef="#br0" timeOffset="51.99">24218 8943 0,'0'-18'31,"0"-17"-15,-17 35-1,-19 0 1,1 0 0,17 0-1,-17 18 1,0-18-16,35 17 15,-18 19 1,18 34 0,0-17-1,0 18 1,0-19 0,88-16 15,-70-36-31,17 0 15,36 0 1,-36-36 0,-35 1-1,0-18 1,-18 53 0,-70 0-1,53 0 1,-18 36-1,18 87 1</inkml:trace>
  <inkml:trace contextRef="#ctx0" brushRef="#br0" timeOffset="52.99">23812 9366 0,'-17'36'31,"-36"16"0,-18 54 1,36-35-1,0-71-16,35 35 1</inkml:trace>
  <inkml:trace contextRef="#ctx0" brushRef="#br0" timeOffset="53.99">23495 9666 0,'18'0'62,"-1"0"-46,36 0-1,18 0 1,-18 0 0,-18 0-1</inkml:trace>
  <inkml:trace contextRef="#ctx0" brushRef="#br0" timeOffset="54.99">23583 9772 0,'53'0'46,"-18"0"-30,18 0 0,-17-18-1,-1 18 1</inkml:trace>
  <inkml:trace contextRef="#ctx0" brushRef="#br0" timeOffset="55.99">24430 9313 0,'17'0'62,"1"0"-31,17 0 1,1 0-17,17 36 1,0-1 15,35 35 0,-53-34-15,-17-1 0,17 0-1,0-17 1,0 17 15,-17 0-15,17 1-1,36-36 1,-18 17 0,0 19-1,-36-1 1,19-35-1,17 18 1,-18 17 0,-35 0-1,35-35 1,-17 18 0,17 17 15,0-35 16,-35 35-32,-17-35 157</inkml:trace>
  <inkml:trace contextRef="#ctx0" brushRef="#br0" timeOffset="56.99">25435 10089 0,'0'18'63,"0"35"-48,0 0 1,0 17-1,0 1 1,0-36 0,18-35 46,17-70-31,18 52 1,-18 18-17,1 0 1,-36 53 0,17 18-1,-17-19 1,0 1-1,0-17 1,0-1 0,-35 0-1,-18-35 1,0-17 15,53-19-15</inkml:trace>
  <inkml:trace contextRef="#ctx0" brushRef="#br0" timeOffset="57.99">25488 10160 0,'0'-35'46,"35"35"-30,18-36 0,-17 36-1,-1-35 1,0 53 0</inkml:trace>
  <inkml:trace contextRef="#ctx0" brushRef="#br0" timeOffset="58.99">25770 10125 0,'18'0'31,"35"-36"-15,-18 36-1,1 0 1,-1 36 0,-35 17-1,0-18 1,0 18-1,-35 17 1,17-70 0,53 0 93,-17 0-93,17 0-1,0 53 1,-35 0 0,0 0-1,-17-18 1,-36 1-1,35-36 1,-17 0 0,17 0-1</inkml:trace>
  <inkml:trace contextRef="#ctx0" brushRef="#br0" timeOffset="59.99">25471 10901 0,'0'0'0,"-18"0"94,0 53-63,-52 53 0,70-71-31,-36 0 16,36-17 0,-35-18 30</inkml:trace>
  <inkml:trace contextRef="#ctx0" brushRef="#br0" timeOffset="60.99">25188 11218 0,'18'0'47,"105"0"-31,-52 0 15,-36 0 0,-52 0 0</inkml:trace>
  <inkml:trace contextRef="#ctx0" brushRef="#br0" timeOffset="61.99">25224 11377 0,'35'0'31,"53"0"1,-35 0-17,-35 0 1,17-18 15</inkml:trace>
  <inkml:trace contextRef="#ctx0" brushRef="#br0" timeOffset="62.99">26053 10813 0,'17'0'78,"19"17"-63,-19 1 1,36 35 0,0 0-1,0 0 1,0-18 0,0-17-1,-36-18 1,-17 35 15</inkml:trace>
  <inkml:trace contextRef="#ctx0" brushRef="#br0" timeOffset="63.99">26282 11218 0,'0'-17'32,"88"17"-17,-70-18 1,88 18-1,-89 0 1</inkml:trace>
  <inkml:trace contextRef="#ctx0" brushRef="#br0" timeOffset="64.99">26229 11377 0,'0'35'16,"53"-35"-1,0 0 1,17-17 0,-52 17-1,-18-18 1,35 18 0</inkml:trace>
  <inkml:trace contextRef="#ctx0" brushRef="#br0" timeOffset="65.99">25065 7902 0,'-35'0'15,"52"0"48,18 53-47,36 53 15,-18-53-16,18 17 1,-19-17 0,19 18-1,-18-18 1,-53-18-16,106 36 16,-71-18-1,-35-18 1,18-35-1</inkml:trace>
  <inkml:trace contextRef="#ctx0" brushRef="#br0" timeOffset="66.99">25435 8643 0,'0'-18'31,"71"-17"-15,-18 35 0,53-18-1,-54 18 17,-34 0-1,-53 0 0</inkml:trace>
  <inkml:trace contextRef="#ctx0" brushRef="#br0" timeOffset="67.99">25435 8731 0,'0'36'15,"53"-36"17,-18 0-17,54-18 1,34-17-1,-105 35 1</inkml:trace>
  <inkml:trace contextRef="#ctx0" brushRef="#br0" timeOffset="68.99">25082 4004 0,'18'0'62,"0"0"-46,17 71 15,36-1 0,-1 36 0,-17-18-15,0-70 0,0 88-1,0-53 1,-18 17 0,18-52-16,-53 17 15,106 71 1,-53-71-1,0 18 1,-18 0 0,0 0-1,18 0 1,-18 0 0,1 0-1,-1-36 16,-17 19-15</inkml:trace>
  <inkml:trace contextRef="#ctx0" brushRef="#br0" timeOffset="69.99">26141 5503 0,'0'-53'31,"0"-35"0,-71 18 1,-70 70-1,53 105 0,88-34 0,35-71-31,1 0 16,34 0 0,-35 0-1,18 0 1,-35 0 0,17 53 15,-35-18-16,0 36 1,0-18 0,0-36-16,0 72 15,-17-72 1,17 18 0,0-87 30</inkml:trace>
  <inkml:trace contextRef="#ctx0" brushRef="#br0" timeOffset="70.99">26388 5556 0,'35'-53'32,"0"-53"-1,-35 54-16,-17 16 1,-19 1 0,19 35-1,-36 0 1,0 53 0,35 17-1,18-17 1,18-35-1,35-18 1,0 0 0,-18 0-1,0 0 1,1 53 15,-36 0-15,0 0 15,0 53-15,-18-53-1,18 17 1,0-35 0,-35-35 62</inkml:trace>
  <inkml:trace contextRef="#ctx0" brushRef="#br0" timeOffset="71.99">25929 6068 0,'-35'17'62,"35"1"-46,-53 53 15,0-18-15,0-1-1,0 19 1,18-18-1,0-18 1,35-17 0,-18 17 15</inkml:trace>
  <inkml:trace contextRef="#ctx0" brushRef="#br0" timeOffset="72.99">25382 6597 0,'71'0'32,"-36"-18"-17,53 18 1,1 0 0,-54 0-16,-18 0 15,19 0 1,-72 0 46</inkml:trace>
  <inkml:trace contextRef="#ctx0" brushRef="#br0" timeOffset="73.99">25488 6703 0,'35'0'32,"1"0"-17,17 0 1,17 0-1,-35-36 1,1 36 0</inkml:trace>
  <inkml:trace contextRef="#ctx0" brushRef="#br0" timeOffset="74.99">26582 5997 0,'35'0'47,"-17"18"-31,52 35 15,54 70 0,-71-87-15,17 34-1,-17-17 1,18-18 0,-18 53-1,0-88 1,-71 18 31</inkml:trace>
  <inkml:trace contextRef="#ctx0" brushRef="#br0" timeOffset="75.99">26970 6615 0,'0'-18'31,"70"18"-31,72 0 31,-90-35-31,1 35 16,18 0 0,-36 0-16,0 0 15,1 0 1,-36 17-1,-18-17 17</inkml:trace>
  <inkml:trace contextRef="#ctx0" brushRef="#br0" timeOffset="76.99">27093 6756 0,'0'17'31,"53"-17"-15,0 0-1,53 36 1,-35-36-1,17 0 1,-71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14T19:30:20.083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16563 6491 0,'-35'0'125,"35"18"-109,0-1 15,17-17 16,19 0-16,-36-35 0,-18 35 0,-17 0 1,17 0-1,18 18-15,0-1-1,35-17 48,1 0-32,-54 0 0,-35-35 0,53 53-15,0-1 0,0 19-1,0-19 17,0-52 61,-35 35-30,35 18-48,0-1-15,17-17 47,1 0-31,-18-35 31,0 53 0,-35-1-32,35 19 17,35-36-1,0-36 0,-35 1 0,-17 35-15,-1 0 0,18 18-1,0-1 1,0 19-1</inkml:trace>
  <inkml:trace contextRef="#ctx0" brushRef="#br0" timeOffset="6465.87">16545 6914 0,'0'-17'47,"0"-18"-16,0-1-16,0-70 17,36 36-1,-36 87 94,0 19-109,35-1-16,-35 141 31,0-34 0,0-90 0</inkml:trace>
  <inkml:trace contextRef="#ctx0" brushRef="#br0" timeOffset="12141.56">14817 8449 0,'-36'0'15,"36"18"48,0 17-32,53-35 0,-35-18 1,17 18-17,-35-53 1,-17 36 15,-1 17-15,-17 0-1,-1 0 1,36 35 0,0-17-1,0 17 1,18-35 15,17 0-15,-17-18-1,-18 1 1,0-19 15,-35 36 1,35 18-1,0 0-16,0 17 1,17-35 15,1-18 1,-18 1-17,-35 17 48,35 53-32,17-18-15,1-35 15,-18-18-16,0-17 1,0 17 15,-35 18 1,35 36-1,17-1 0,1-53 0,-18-17 1</inkml:trace>
  <inkml:trace contextRef="#ctx0" brushRef="#br0" timeOffset="26310.56">14799 9013 0,'0'0'0,"0"-17"47,0-18-31,0-1-1,0 1 1,0-53 0,0 35-1,0 35 1,0-17-1,0 0 1,0 70 109,0 36-109,18 17-1,-18-35 1,0 0 0,0 17-1,0-35 1,0 1 15</inkml:trace>
  <inkml:trace contextRef="#ctx0" brushRef="#br0" timeOffset="30185.91">13123 10548 0,'-35'0'141,"35"35"-125,0 1 15,0-19-16,18-17 17,-1 0-17,19-35 17,-54 0 14,0 17-30,-17 18 15,0 0 1,35 35-17,0 1 1,17-36-1,-17 17-15,36-17 16,-19 0 0,19-35-1,-36 0 1,-18 17 15,0 18-15,-17 0 15,35 53 0,18-18 1,-1-35-1,-17-35-16,0 0 17,0 52 30,0 36-31,71-53 1,-71-35-17,18 17 1,-18-17 0,-53 35-1,35 0 1,18 18-1,0-1 1,0 19-16,35-1 31</inkml:trace>
  <inkml:trace contextRef="#ctx0" brushRef="#br0" timeOffset="33846.07">13176 10989 0,'0'-71'16,"0"19"-1,0 34 1,0-17 15,0 52 126,36 1-142,-36 17-15,35 89 31,-35-36-15,0-53 0,0 18-1,0-35-15,35-18 16,-35 35 0,0-53 93</inkml:trace>
  <inkml:trace contextRef="#ctx0" brushRef="#br0" timeOffset="37122.74">11836 12030 0,'0'35'47,"17"-35"-32,1 0 17,17 0-17,-35-18 16,0 1-15,-17 17 31,-1 0-31,18 35 15,0 0-16,35-35 17,1-17-1,-36-19-15,0-17-1,-18 53 1,-17 0-1,17 36 17,18-19-17,35 19 1,-17-36 0,17 0-1,-35-53 1,0 17-1,-35 36 1,0 0 0,35 36 15,0-19-15</inkml:trace>
  <inkml:trace contextRef="#ctx0" brushRef="#br0" timeOffset="40002.17">11994 10971 0,'18'-35'110,"17"-18"-95,1 18 1,-1 0-1,-35-18-15,35 17 16,-17 1 0,17 0 15,18 17 0,-53-17-31,35 35 16,-52 0 93</inkml:trace>
  <inkml:trace contextRef="#ctx0" brushRef="#br0" timeOffset="40537.82">12224 10601 0,'0'-18'47,"17"18"-32,1 0 1,17 0 15,-52 36 63,17 17-79,-18-36 1,18 18 0,0-70 62</inkml:trace>
  <inkml:trace contextRef="#ctx0" brushRef="#br0" timeOffset="41569.87">12435 10319 0,'-17'35'78,"17"0"-62,0-17 15,0 35-16,0-36-15,17 54 32,19-53-1,-19-18-15,36 0 15,-17 0-16,-19 0 17,18 0-17,-35-36 1,36-17 15,-36 18 0,0-18-15,0 18 0,0 17-1,0-17 1,-18 0 0,-17 17-1,17-17 16,-17 35-15,0 0 0,17 0 15,-17 0-15,-1 35 15,36 0 0,-17 1-15,17-19-1,0 19 1,0-19 0,0 19-1,0-1 16,0-18-15</inkml:trace>
  <inkml:trace contextRef="#ctx0" brushRef="#br0" timeOffset="44951.69">18221 4110 0,'35'0'156,"1"0"-140,16 0-1,1 0 1,-17 0 0,-1 0-1,0 0 1,-17 0-1,17 0 79,-53 0-31,1 0-63</inkml:trace>
  <inkml:trace contextRef="#ctx0" brushRef="#br0" timeOffset="49417.82">14746 12136 0,'-18'35'16,"18"0"15,36-35 16,-1 0-31,-17-18 15,-18-34-15,0 34-1,0-17 17,-36 35-17,19 17 16,17 1-15,0 17 0,0-17-1,35-18 1,-17 0 0,-18-35 30,0 17-14,-36 18-1,36 35 0,18-35 0,0 0-15,-18-17 15,-36 17 16,36 17-31,0 1 15,18-18 0,17 35 1,-17-35-1</inkml:trace>
  <inkml:trace contextRef="#ctx0" brushRef="#br0" timeOffset="52443.19">14870 12577 0,'0'-18'187,"0"0"-171,0-70-1,0 70 1,0-17 0,0 17 31,0 107 109,17-19-141,-17 54 17,0-36-1,0-53-15,0 18-1,0-18 1,0-17 15</inkml:trace>
  <inkml:trace contextRef="#ctx0" brushRef="#br0" timeOffset="54816.41">13370 13229 0,'-35'0'32,"70"0"-32,-70 18 47,35-1-16,35 54 0,18-71 0,-18-35 1,-35-1-17,0 1 1,-35 35-1,18 0 1,-19 0 0,19 0-16,17 53 31,0-35 0,17-18-15,19 0-1,-19 0 1,18 0 15,-35-36 1,-52 1-17,16 35 1,1 0-1,17 18 1,18-1-16,0 19 16,53-1 15,0-35-15,-18 0-1,-17-18 1,-18 1-1,0-19 1,-35 1 0,0 35-1,-18 18 1,53 17 15,0-17-15,35 17 15,18-35-15,-18-35-1,0-1 1,-35-16 0,-35 16-1,-18 36 1,0 0-1,18 18 1,35 70 0,18-53 15,87-35 0,-69 0-15,-36-17-1,0-1 17,-18 18 30</inkml:trace>
  <inkml:trace contextRef="#ctx0" brushRef="#br0" timeOffset="57766.79">13247 14482 0,'0'-18'78,"0"-53"-46,0 36-17,17 17 1,-17-52-16,0 17 31,0 18 0,0 52 79,0 54-95,36 88 17,-36-124-17,0 0-15,0 18 16,35-35-1,-35 17 64,-18-35-48</inkml:trace>
  <inkml:trace contextRef="#ctx0" brushRef="#br0" timeOffset="58394.14">13229 14605 0,'-17'18'16,"52"-18"125,53 0-126,-53 0-15,36 0 31</inkml:trace>
  <inkml:trace contextRef="#ctx0" brushRef="#br0" timeOffset="61829.01">12453 15434 0,'-18'0'31,"1"0"32,17 35-48,0-17 16,0-53 32,0-1-47,-36 36-1,1 36 1,35-1-1,0-17 1,18-18 15,-1-36-15,-17 1 0,0-18-1,-35 53 32,18 18-31,17 17-1,0 0 1,35-35 15,-18-17-15,-17-19-1,0 1 1,-35 35 15,18 35-15,17 1 0,0-1-1,52-35 1,-34 0 15,-18-18-15,0 1-1,0-19-15,-35 36 32,0 0-17,35 18 1,0 0 15</inkml:trace>
  <inkml:trace contextRef="#ctx0" brushRef="#br0" timeOffset="63519.54">11994 14799 0,'18'0'94,"53"-53"-78,-71 0-1,53 18 1,-18-18 0,-18 0-1,19 35 1,-36-17-1,35 35 17</inkml:trace>
  <inkml:trace contextRef="#ctx0" brushRef="#br0" timeOffset="63926.37">12206 14411 0,'0'0'0,"18"0"78,17 0-47,-35 18-15,0 52 15,0-35-15,0 1-1,-18-1 1,18 0 15,0-123 16</inkml:trace>
  <inkml:trace contextRef="#ctx0" brushRef="#br0" timeOffset="64624.25">12435 14093 0,'-17'0'63,"17"36"-32,0-1-15,17 18-1,-17-18 1,36-35-1,-19 35 1,36-35 15,-17-17-15,-1-18 0,-35-1-16,17 1 15,-17 0 1,0-18-1,0 35 1,-35-17 0,-18 35-1,0 0 17,36 0-17,17 18-15,-36-1 31,1 18-15,35 1 15,0-19 1</inkml:trace>
  <inkml:trace contextRef="#ctx0" brushRef="#br0" timeOffset="68682.12">18186 4269 0,'35'0'63,"-17"0"-32,17 0-15,53 0 15,-35 0-16,-18 0 1,18 0 0,-18 0-1,1 0 1,-1 0 0,-88 35 171</inkml:trace>
  <inkml:trace contextRef="#ctx0" brushRef="#br0" timeOffset="71950">14305 15346 0,'0'35'93,"0"0"-77,0-17 15,0 17-15,18-35 15,-18-17-15,17 17-1,-17-71 1,0 36 15,-35 35-15,17 17 0,18 19 15,0-19-16,0 19 1,36-36 15,-19 0-15,-17-36 0,0 19-1,0-19-15,-35 36 47,0 18-31,35 35-1,0-35 1,17-18 0,19 0 30,-36-18-30,17-17-16,-17-1 16,-35 54 31,35 17-32,0 1 1,18-36 46</inkml:trace>
  <inkml:trace contextRef="#ctx0" brushRef="#br0" timeOffset="74484.78">14323 14781 0,'0'-35'78,"-18"0"-62,18 17 0,-18-17-1,-17-18 1,0 53 0,17-35-16,-17-18 15,17 18 16,18 17-15,-35 18 0,35-35-1,0 52 110,0 1-109,0 52 15,0-52 0,0-71 32,0 0-47,0 18-16,0 0 15,-35 35 1,52 0 78,19 17-79,17 1 16,-89-18 32</inkml:trace>
  <inkml:trace contextRef="#ctx0" brushRef="#br0" timeOffset="75068.53">13882 14058 0,'-35'0'31,"35"35"1,0 89-1,88-54 0,-18-70 0,-34-17-15,-36-54 0,-18 18-1,-17 0 1,-18 18 0,-18 35-1,18 35 1,18 18-1,35 36 1</inkml:trace>
  <inkml:trace contextRef="#ctx0" brushRef="#br0" timeOffset="79251.53">13811 12471 0,'0'-53'94,"0"-18"-79,0 54-15,0-72 31,0 36 1,0 18-17,0 0 17,0 53 77,0 34-93,0-34-16,36 88 31,-36 88 0,0-141 0,0-35-15,-36-18 93,1 0-93,17 0 0,-17 0-1,70 0 110,1 0-109,-1 0-1,18 0 1,0 0 0,-36 0-1,19 0 1,-54 0 109</inkml:trace>
  <inkml:trace contextRef="#ctx0" brushRef="#br0" timeOffset="84817.74">16334 14041 0,'-36'0'140,"36"52"-93,0-34-31,0 17-16,36-35 31,17-17 0,-18-54 1,-70 36-17,-18 0 17,17 52-1,1 19-16,35-19 1,0 18 0,18-35-1,17 36 1,-17-54 0,17-17-1,-35 17 1,0-17-1,-35 35-15,-18-35 32,17 70 15,36 18-32,18-53 16,0 0-15,17 0 0,-17 0-1,-18-35-15,0 17 16,-18 18 0,-17 0-1,17 0 1,18 18-1,0 34 1,0-16 0,35-36 15,-17-18-15,-18-17-1,0 17 1,-35 18 46</inkml:trace>
  <inkml:trace contextRef="#ctx0" brushRef="#br0" timeOffset="85796.02">16316 14711 0,'0'0'0,"0"-18"16,0-17-1,0-18 1,35 18 0,-35-53-1,36 17 1,-36 18 15,0 0-15,0 0-1,0 106 64,0-35-64,35 88 1,-35-53-1,0-18-15,0 0 16,0 0 0,0 1-1,0-1 17</inkml:trace>
  <inkml:trace contextRef="#ctx0" brushRef="#br0" timeOffset="89009.75">15787 15752 0,'-18'0'63,"-17"0"-16,35 35 0,18 0-32,17-35 17,-18-35-1,-17 0-31,0-1 31,0 1-15,-35 0-1,0 17 1,17 18 15,18 53-15,0-18-1,0 36 1,36-71 0,-1 0-1,-35-18 1,17 1 0,-17-36 15,0 17-16,-35 36 17,18 0-17,17 36 1,0-1 0,0-17-1,35-18 1,0-18-1,-35 0 1,0-17 0,-18 0-1,-17 52 48,35 19-48,0-19 1</inkml:trace>
  <inkml:trace contextRef="#ctx0" brushRef="#br0" timeOffset="89632.95">15716 16140 0,'0'0'15,"0"-36"32,0-34-31,0 34-1,0 1 1,0 0-16,36 53 78,-36 87-47,0-69-31,0 52 32,0-35-17,0 17 1,0-87 93</inkml:trace>
  <inkml:trace contextRef="#ctx0" brushRef="#br0" timeOffset="92532.9">14834 17445 0,'0'17'79,"0"1"-64,0 17 1,0-17-1,36-18 1,-19 0 0,18 0-1,-35-35 1,0-18 15,-17 53-15,-1 0 15,-17 0-15,35 35-1,0-17 1,0 17 0,35-35-1,-17 0-15,17 0 31,-35-35-15,0-18-16,0 35 31,-70 18-15,34 18 0,36 17-1,0 0 1,36-35 31,-1 0-32,-35-17 1,0-1 0,-18-17-1,-17 35 1,35 17 31,0 1 296</inkml:trace>
  <inkml:trace contextRef="#ctx0" brushRef="#br0" timeOffset="93282.16">14799 17921 0,'0'-53'78,"0"0"-62,0 18-16,0 0 15,35 35 1,-35 106 140,36-1-124,-36-34-1,0-36 16,0-52 46</inkml:trace>
  <inkml:trace contextRef="#ctx0" brushRef="#br0" timeOffset="95223.22">13670 18768 0,'0'-36'31,"0"54"32,0 0-48,18 17 1,17-35 15,0-71 0,-35 54-15,-17 17 0,-19-35-1,19 35 1,-19 0-1,36 35 1,-17 0 0,17-17-1,17 17 1,36-35 0,0 0-1,-35-35 1,-18 17-16,0-17 15,-35 35 32,17 0-31,-17 17 0,35 1-1,17 17 1,1-35-1,17 0 17,-35-35-17,-17 35 1,-1 0 15,18-35 172</inkml:trace>
  <inkml:trace contextRef="#ctx0" brushRef="#br0" timeOffset="96905.96">13899 17657 0,'-17'0'31,"17"17"-15,-18-17-1,18 18 1,-35 17-16,35 36 31,0-1-15,0-17 0,0-35-1,0 35-15,18-53 16,17 35-1,0-35 1,0 0 0,-17-18-1,-18-35 1,35 18 0,1-35-1,-36 17 1,0 0-1,0 0 1,0 35 0,-18-17-1,-17 0 1,17-1 15,-17 36-15,-1 0-1,36 18 1,-17-18 0,-18 35-16,35 1 31,-36 16-15,36 19-1</inkml:trace>
  <inkml:trace contextRef="#ctx0" brushRef="#br0" timeOffset="99174.75">15628 17657 0,'-18'17'78,"18"36"-47,0 35 0,0 0 1,36-52-17,-1-1 1,-17-35 0,17 0-1,0 0 1,-17-18-1,17-17 1,0 17 0,-35-17-1,0 18 1,0-36 0,0 0-1,0 35 1,0-17-1,0 0 1,-17 17 0,-19-17-1,36-1 1,-17 36 0,-18 0-1,17 0 1,-17 0 15,-1 36-15,36 17-16,0-36 15,0 71 17,0-70-17,-17 17 1</inkml:trace>
  <inkml:trace contextRef="#ctx0" brushRef="#br0" timeOffset="100609.46">15981 18644 0,'0'18'47,"17"-18"0,-17-71-16,-17 54 0,-1 17 0,18 35-15,0 0 0,0-17-1,35-36 48,-35-70-32,-17 53-31,-1 35 31,18 35 0,0-17-15,0 17-16,35-53 47,-35 1-31,-17 17-1,-1 0 1</inkml:trace>
  <inkml:trace contextRef="#ctx0" brushRef="#br0" timeOffset="103685.73">14799 15981 0,'0'0'0,"0"35"31,0-70 31,0-53-46,18 35 0,-18 0 15,17 18-16,-17-1 32,0 54 0,0 35-31,0 0-1,0 17 1,0 36 0,0-53-1,0 0 1,0-35 15,-17-18 32,-36 0-48,-18 0 1,36 0 0,17 0-1,54 0 63,69 0-46,1 0-1,-88 0 0</inkml:trace>
  <inkml:trace contextRef="#ctx0" brushRef="#br0" timeOffset="107419.12">17286 17251 0,'-18'0'31,"-17"0"16,0 17 0,35 36-31,0 18 15,0-18 0,35-53-31,18 35 32,18-35-1,-54 0 0,19-53-15,-36 18-1,35 0 1,-35 17-16,-18-70 31,-17 70-15,0-17-1,-1 0 1,1 35 0,0 0-1,17 0 1,-17 0 0,35 17-16,-18 19 31,18-1-16,0-18 17,0 19-17,0 17 1,0-18 0,0-17 15,36-18-16</inkml:trace>
  <inkml:trace contextRef="#ctx0" brushRef="#br0" timeOffset="110457.49">17268 17286 0,'0'35'125,"0"-17"-109,0 17-1,36-35 1,-19 0-1,19-17 17,-36-1-17,0-17 1,0-1 0,-18 36-1,0 0 1,18 18-1,0 17 1,0-17 0,0 17-1,0-17 17,36-18-17,-1-18 1,-35-17-1,0 0 1,-18 17 0,-35 18-16,36 0 31,-19 18-15,36-1-1,0 19 1,18-36-1,0 0 1,17-18 0,-35 0 15,0-17-15,-35 35-1,-1 18 16,36-1-15,18-17 0,0 0 15</inkml:trace>
  <inkml:trace contextRef="#ctx0" brushRef="#br0" timeOffset="111497.24">16986 16298 0,'0'36'15,"18"-36"1,17 0 0,-52 0 77,-1-36-77,-17 36 0,-1-88-1,1 35 1,0 0-1,-1-17 1,19 52 0,-18-17-1,35 52 79,0 19-78,17-36-16,-17 35 15,18 0 1,-18-17 0,0-53 62,0-1-63,0 19 17,-35 17-1,52 0 31,1 0-46,35 0-16,-36 0 16</inkml:trace>
  <inkml:trace contextRef="#ctx0" brushRef="#br0" timeOffset="112430.08">16686 15734 0,'-35'0'16,"0"0"15,17 0-16,18 18 1,-35-1 0,17 71 31,18-52-32,18-1 1,17-35-1,0 0 1,-17-18 0,-18-17-1,0-18 1,-35 35 0,17 18-1,-17 0 1,-18 18-1,18 35 1</inkml:trace>
  <inkml:trace contextRef="#ctx0" brushRef="#br0" timeOffset="115420.5">15381 14323 0,'35'-36'62,"1"1"-30,-19 35-1,19 0 0,-36 18 0,35 17-15,-35 36 15,-35-1-15,-1-34-16,36-19 15,-88 36 1,35-18 0,18-35 15,17-17-15,18-19-1,0 19 1,0-18 15,36 35-15,-19 0 15,18 0 0,1 17-15,-36 1-1,17 17 1,19 0 0,-1-35-16,18 36 31,-18-36-15,-17-18-1,17-17 1,-35 17-1,35-17 1</inkml:trace>
  <inkml:trace contextRef="#ctx0" brushRef="#br0" timeOffset="120196.87">17815 15187 0,'0'-18'15,"-35"18"16,17 0 32,18 36-32,36-36 32,-36-36-48,0 19-15,0-18 16,-18 35 0,0 0-1,-17 0 1,0 17 15,35 1-15,0 17-1,17 0 1,19-35 0,-19-17 15,-17-19-16,0 19 1,-35 17 31,35 70 0,35-70-16,1-17-15,-36-19-1,0 19 1,-36 17 15,1 0 0,35 35-15,18 0 0,-1-35-1,-17 18 454,0 17-250,0-52-188</inkml:trace>
  <inkml:trace contextRef="#ctx0" brushRef="#br0" timeOffset="121486.49">17163 14164 0,'0'18'110,"0"17"-95,0 0-15,17 36 31,1-36-15,17-35 0,-17 35-1,17-35 1,0 0 0,-35-17-16,18-19 15,-18 19 1,0-19-1,0-16 1,0 34 0,0-17-1,-35-1 1,-1 19 0,19 17-1,-18 0 1,17 0 15,-17 35 0,-1 71-15,36-71 0,0 0 15</inkml:trace>
  <inkml:trace contextRef="#ctx0" brushRef="#br0" timeOffset="124051.63">15822 12488 0,'18'0'94,"-1"0"-63,19 0-15,-1 0-16,-17 0 31,17 0 0,-35 36 16,-35 17-16,-1-36 1,54-17 61,17 0-77,0 35 0,1 1-1,-36-1 1,0-17-1,0 17 1,-18-17-16,0-18 31,-34 35-15,16-35 0,19 0-1</inkml:trace>
  <inkml:trace contextRef="#ctx0" brushRef="#br0" timeOffset="133170.56">14129 10407 0,'0'0'0,"0"18"47,-36 17 0,36 0-32,0-17 1,0 17-1,0-17 1,18-18 78,17 0-79,1 0 1,17 35 0,-18 0-1,-18 1 1,19-19 0,-36 18-1,0-17-15,0 17 16,-36-35-1,1 36 1,0-36 0,17 0-1,-17 0 17,35-18 30</inkml:trace>
  <inkml:trace contextRef="#ctx0" brushRef="#br0" timeOffset="133851.39">14164 10442 0,'0'-35'63,"18"35"-32,-1 0-15,71 0 30,-35 0-30,-17 0-16,-19 0 31,-17 18 94</inkml:trace>
  <inkml:trace contextRef="#ctx0" brushRef="#br0" timeOffset="136884.01">13670 8326 0,'-18'0'110,"-17"17"-95,0 18 1,35 1-1,-18-19 1,-17 36 0,35 18-1,0-18 1,0 0 0,0-18-1,35-35 1,1 35-16,-1-17 15,18-18 17,-18 0-17,0-53 1,-35 0 0,18 18-1,-18-18 1,0 18-1,-35 17 1,-1 18 0,19 0-1,-19 0 1,1 35 0,18-17-1,17 17 1,0 0-1,0-17 17,0 17-1,0-52 110</inkml:trace>
  <inkml:trace contextRef="#ctx0" brushRef="#br0" timeOffset="144331.93">16827 10354 0,'-35'18'32,"35"-1"-1,18 54 16,17-71-16,-17-18 0,-18-17-15,0 17 0,-71 18 15,54 0 16,17 71-16,17-71 0,54 0-15,-71-18-1,17-35 1,-17 36 0,0-19-1,-35 36-15,0 0 16,17 53 15,18-17-15,0-19-1,35-17 17,1-17-17,-36-36 32,-18 53-31,0 0-1,18 35 1,0 18 0,0-18-1,36-35 48,-36-35-32,-18 35 0,0 0 47,18 17-62,0 1 140</inkml:trace>
  <inkml:trace contextRef="#ctx0" brushRef="#br0" timeOffset="148373.85">16122 11800 0,'-35'0'62,"35"18"1,0 17-48,0-17 17,17-18-1,1 0-16,-18-35 32,0-1-31,-35 19 0,17 17 15,-17 35 0,35 0-15,17-35-1,1 0 17,17 0-1,-17-17-16,-18-19 1,0 19 0,-35-19-1,-1 36 17,36 18-17,0 0 1,0 17-1,36 0 1,17-35 0,-1 0-16,-52-17 31,0-1-15,-17 18 30,-18 0-30,52 0 62</inkml:trace>
  <inkml:trace contextRef="#ctx0" brushRef="#br0" timeOffset="150159.31">15522 12224 0,'35'0'141,"-17"0"-125,-18-36 30,0 1-14,-35 35-1,35 18 16,0 17-32,17-35 17,1 0-17,-18-18 1,0-17 0,-35 35 46,35 18-31,0 17-15,17-35 15,19-18 0,-36-17-15,-18 35 15,-17 18 1,35 17-17,17-35 48,-17-18 265</inkml:trace>
  <inkml:trace contextRef="#ctx0" brushRef="#br0" timeOffset="151598.42">15663 11765 0,'-35'18'31,"70"-36"-31,-88 71 31,18-35-15,0-18 0,35 35-1,0-17 1,-18-18 0,18 35-1,0 0 32,0-17-31,35-18-1,1 0 1,-19 0 0,19 0-1,-1-18 1,-17 1 15,-18-19-15,0 19 15,0-19-15,0 1 15,0 17 16,-36-17 0,1 35-32,17 0 16,-17 0-15,35 18 0,-35 17-1,35-17 1,0 17 0,-18 0-1,18-17 32</inkml:trace>
  <inkml:trace contextRef="#ctx0" brushRef="#br0" timeOffset="153059.57">16157 12171 0,'0'-35'47,"0"-1"-31,0-52 15,0 18 0,0 34 1,-35 36-1,35 18 0,0 17-15,0 36-1,18 17 1,-1-35 0,-17-18-1,0-53 79,0 1-94</inkml:trace>
  <inkml:trace contextRef="#ctx0" brushRef="#br0" timeOffset="155717.88">17886 13123 0,'0'36'15,"35"-36"1,-53 0 140,-17 0-124,35 35-17,0-17 16,0 17-15,18-35 0,17-18 15,-35 1-15,0-19-1,-18 1 1,-17 17-1,18 18 1,17 36 31,0-19-31,0 19-1,35-36 32,-35-18-31,0 0-16,0-17 15,-18 0 17,1 35-17,17 17 1,0 19-1,0-19 1,35-17 47,-35-35-48,0 0 1,-18 35-1,-17-18-15,17 18 32,18 53-1,0-18-15,36-17-1,-1-18 48,-53 0 93</inkml:trace>
  <inkml:trace contextRef="#ctx0" brushRef="#br0" timeOffset="157815.62">17851 13476 0,'0'-18'16,"0"-17"-1,0-18 1,0 18 0,0 0-1,17 35 1,-17-18-1,18 53 64,-18 18-64,0 0 1,0 18-1,35-36 1,-35 0 0</inkml:trace>
  <inkml:trace contextRef="#ctx0" brushRef="#br0" timeOffset="158937.54">17515 13988 0,'-17'0'16,"-19"0"31,36 17-16,18 19 0,17-54 0,-35 0 1,-53-17-1,36 70 0,17 1 0,35-36-15,-17 0 0,-18-18-1,-18 18 32,-17 0-31,52 0 31</inkml:trace>
  <inkml:trace contextRef="#ctx0" brushRef="#br0" timeOffset="159887.71">17268 13247 0,'-17'0'32,"-18"0"-1,-1 0-16,36 35 1,-17-17 0,17 17-1,0 18 1,35 0 31,0-53-32,18 0 1,-18-35 0,1-1-1,-36 19 1,0-36-16,-53-18 31,35 71-15,-52 0 15,52 18-15,18 52-1,0-17 1,0 0 0</inkml:trace>
  <inkml:trace contextRef="#ctx0" brushRef="#br0" timeOffset="162326.5">18627 14076 0,'0'35'15,"17"-35"48,-17-18-32,0-17-15,-17 35-1,-19 0 1,36 35 0,0 1-1,0-19 16,18-17-15,17 0 0,-52-35 46,-19 53-31,36-1 1,53-17-1,-53-53 0,-70 53 0,70 18 1,0 0-17,17-18 1,-17-36 62</inkml:trace>
  <inkml:trace contextRef="#ctx0" brushRef="#br0" timeOffset="163018.45">18486 13229 0,'0'35'78,"17"18"-62,71-17 15,-52-54 1,-1-35-17,-35-17 16,-18 70-31,-35-53 16,18 35 0,-18 18-1,18 18 1,35 52 0,0-17-1,-18-53-15</inkml:trace>
  <inkml:trace contextRef="#ctx0" brushRef="#br0" timeOffset="165777.92">17374 11836 0,'0'-18'32,"0"-35"-17,0-17 17,-35 52-17,35-35 1,0 18-1,0 17 17,0 89 77,0-54-93,18 71-1,-18-35 1,0 18 0,0 0 15,0-36 0,-18-35 47,0 0-62,-35-18-1</inkml:trace>
  <inkml:trace contextRef="#ctx0" brushRef="#br0" timeOffset="166166.57">17216 11959 0,'0'0'16,"52"0"77,1 0-77,-35 0 0,53 0-1,-1 0 1,-35 0 0,1 0 15,-72 0 78,1 0-93</inkml:trace>
  <inkml:trace contextRef="#ctx0" brushRef="#br0" timeOffset="169465.58">15840 10530 0,'0'0'0,"0"-35"15,0 17 1,17-17-1,19 35 1,-19-35 0,19 35 15,-1 0 0,-35 18-15,0 70-1,-18 53 1,-88-53 31,71-53-31,35 1-16,-35-36 15,0 0 1,17 0-1,-17-18 1,35 0 0,0-17-1,0 0 1,17 35 0,1 0-1,17 0 1,0 0-1,-17 17 1,17 19 15,1-1-15,-1-35 0,-17 18-1,17-18 1,0 0-1,-17-36 1,17 1 0,-35 0-1,0 52 329,-18-17-78,1 0-251</inkml:trace>
  <inkml:trace contextRef="#ctx0" brushRef="#br0" timeOffset="170480.32">16775 10813 0,'0'-36'15,"0"-69"16,17 34 1,-17 36-1,0 52 47,35 107-47,1-18 1,-36-53-1,0-18 0,-18-53 16</inkml:trace>
  <inkml:trace contextRef="#ctx0" brushRef="#br0" timeOffset="170747.61">16704 10883 0,'0'0'16,"0"35"-1,18-35 1,70 0 0,-53 0-1,36 0 1,-36-17-1,0 17 1</inkml:trace>
  <inkml:trace contextRef="#ctx0" brushRef="#br0" timeOffset="172424.68">17903 11412 0,'-35'0'16,"18"0"15,17 18 1,0 0-1,35-18 0,0-36 0,-35 1-15,-18 17 15,1 18-15,-18 0-1,-1 0 1,19 36 15,17-1-15,0-17 0,35-18-1,0 0 1,-35-36-1,0 1 1,0 17 0,-17 18-1,-1 0 17,18 36-1,0-1-16,18-35 17,34 0-17,-16-18 1,-36-17 0,0 17-1,-18 18 1,-17 0 15,35 36-15,17-36 124</inkml:trace>
  <inkml:trace contextRef="#ctx0" brushRef="#br0" timeOffset="174662.55">17568 10354 0,'0'35'31,"-17"-35"-15,17 18 0,0 17-1,0 0 1,0 36 0,0-53-16,0 52 15,53-17 1,0-53-1,-1 0 1,-16 0 0,-1-70-1,0-1 1,-35 18 15,-17 0-15,-54 0-1,18 18 1,0 35 0,18 0-1,35 35-15,-53-35 16,35 88 0,-17-35-1,35-17 1</inkml:trace>
  <inkml:trace contextRef="#ctx0" brushRef="#br0" timeOffset="177187.85">15857 8502 0,'18'0'31,"53"-18"0,-19 18 1,-16 0-1,-36 18 0,-53 70 0,35-88-15,18 35 0,-35-35-1,53 0 48,52 0-32,-35 18-15,36 88-1,-71-71 1,0 18 0,-18-18-1,-35-35 16,0 0-15,36 0 0,-18 0 109</inkml:trace>
  <inkml:trace contextRef="#ctx0" brushRef="#br0" timeOffset="180342.78">15134 6773 0,'0'-17'47,"0"-72"-32,0 72 1,0-36 0,0-18-1,0 36 1,0 0 0,0 88 46,0 17-46,0 1-1,0-1 1,0 1 15,0-36-15,0-52 46</inkml:trace>
  <inkml:trace contextRef="#ctx0" brushRef="#br0" timeOffset="181176.51">15258 6526 0,'0'71'46,"35"17"-14,18-17-1,35-71 0,-53 0-15,1-18-1,-1-17 1,-35-18 0,0 18-1,0-1-15,0 19 16,0-36 0,0 17-1,0 19 1,-71-18-1,36-1 17,0 36-17,17 0 1,-17 0 0,0 18-1,17 17 1,18 36-1,0-1 1,0-52-16,0 17 16,0 18-1,0 0 1,0-35 0,35-18-16,-35 35 15,-17-35 157</inkml:trace>
  <inkml:trace contextRef="#ctx0" brushRef="#br0" timeOffset="184236.41">18344 8431 0,'0'18'94,"0"17"-79,18-17 16,35-18 1,-18-88-1,-35 52-15,-17 19-1,-19 17 1,36-35-16,-17 35 15,-19 17 1,19 18 0,17 18-1,0 0 1,0-35 0,35-18-1,0 0 1,-17-18-1,-18-35 1,0 0-16,0 36 31,0-18 1,-35 35-17,-1 35 1,36 0-1,0-17 1,0 17 0,18-35-16,0 0 15,17-18 1,-35 1 0,0-19-1,-18 1 1,1 35-1,-19 18 1,36 17 0,0-17 15,18-18-15,-18 35-1,18-35 48</inkml:trace>
  <inkml:trace contextRef="#ctx0" brushRef="#br0" timeOffset="188737.65">18309 8714 0,'0'-89'31,"35"36"0,1 71 32,-36 17-48,0 71 17,35-35-17,-35-18 1,18-18-1,-18 18-15,0-35 16,35-18 15</inkml:trace>
  <inkml:trace contextRef="#ctx0" brushRef="#br0" timeOffset="189954.22">17657 9331 0,'-36'0'31,"1"35"16,35 1-32,0 16 17,0 1-1,18-53-16,-1 36 1,19-19 0,16-17-1,-16 0-15,-1 0 16,0-17 0,-35-36-1,36 0 1,-36 18-1,-18-18 1,-17 0 0,17 35-1,-17 18 1,-18 0 15,18 18-15,-1 17-1,36 18 1,0 0 0,0-18-16</inkml:trace>
  <inkml:trace contextRef="#ctx0" brushRef="#br0" timeOffset="192672.35">19438 9472 0,'-35'0'31,"17"35"0,18 1 1,0-1-17,0 18 1,18-18 0,-18 0-16,53-35 15,17 0 1,-34 0-1,16-70 1,-16 17 0,-36 18-16,0 17 15,-53-70 1,-124 53 15,89 87 0,35-16-31,18 17 0</inkml:trace>
  <inkml:trace contextRef="#ctx0" brushRef="#br0" timeOffset="193786.98">17533 8449 0,'-18'71'16,"18"-36"0,18 18-1,35 0 1,-35-53 0,35 35-1,-1-35 1,-34-71 15,17 18-15,-35 18-16,-17 0 15,-19 0 1,-16 35 0,-1 0-1,17 0-15,36 35 16,0 0-16,0-17 15,0 17-15</inkml:trace>
  <inkml:trace contextRef="#ctx0" brushRef="#br0" timeOffset="194601.09">19068 8396 0,'0'0'0,"-36"18"15,36 17 1,0 0 0,18-17-1,0 70 1,105-53 31,-88-35-32,18-17 1,-17-89 0,-36 35-1,-53 54 1,0-36-1,-35 53 1,52 0 0,1 88-1,0-17 1</inkml:trace>
  <inkml:trace contextRef="#ctx0" brushRef="#br0" timeOffset="197133.05">17780 6791 0,'0'-18'62,"0"-70"-30,0-35-1,0 70-15,0 0-1,0 70 63,0 19-62,18-1-16,-18 0 16,0 18-1,0 0 1,35 0-1,-35-18-15,0 18 16,0 0 0,0-18-1,0 18 1,-18-53 46,-17-17-46,0 17 15,70 0 32,71 0-48,-18 0 1,-17 0 0,-36 0-1,-35-18 1,-53-17 0,0 35-1</inkml:trace>
  <inkml:trace contextRef="#ctx0" brushRef="#br0" timeOffset="200115.45">16157 5027 0,'-35'35'32,"35"-52"14,0-19-30,0-87 0,35 88-1,-35-18 1,0 70 46,0 36-46,0 36 0,0 16 15,0 1-15,0-18-1,0-52 1,0-1-1,0-53 48,0-17-63</inkml:trace>
  <inkml:trace contextRef="#ctx0" brushRef="#br0" timeOffset="200987.53">16510 4833 0,'0'-35'31,"18"35"-15,17-18 0,-17 18 15,52 0-16,-35 0 1,1 35 0,-36 1 15,35 34-15,-35-34-16,-18 69 15,-52-16 1,-1 16-1,18-34 1,-35-53 0,70-18-1,18-18 1,0-53 0,0 54-1,0-19 1,0 19 15,36 17-15,-1 0 15,-17 35-15,17-17-1,0 35 1,0-18-1,18 0 1,-17-35 0,17 0-1,-1-17 1,1-54 0,-53 36-1,0 17 1,36 18-1,-36-35 1,-18 52 47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E0AA3-307F-C23E-8297-15034DA73B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70424-B855-70CE-4722-6F9C8E51A3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FB83C8-9BBD-4EE7-1667-8023AE26C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970A-8B40-448B-9C62-B62CCF856D68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2BE76D-DD75-81DB-3B79-4E1BA1C2D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5A83C4-48EA-1CB8-4F23-2DCFB89D0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645C2-4BC6-4B4D-A80A-E88E83A15B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5848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153FB2-02E6-DA33-9B7C-0B38D4575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23C900-3306-3A63-6072-08F640874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516DF4-C38D-030E-382D-505D923CB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970A-8B40-448B-9C62-B62CCF856D68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D7BE1A-14B0-BE5D-7189-3BC48A8B9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75FB39-98ED-5992-7A4B-068FCAB76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645C2-4BC6-4B4D-A80A-E88E83A15B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1719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18CD8A-9F23-A145-1BFD-C902D1FFA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003C6D-2683-E48A-C7D6-44233ABB9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58832E-CE55-5178-9E5E-CDF594D1D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970A-8B40-448B-9C62-B62CCF856D68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15A8FF-1865-9C6C-EB0E-A8EC2AB2C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A3115F-A450-4275-22E4-5EE1628F9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645C2-4BC6-4B4D-A80A-E88E83A15B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3957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9FC23F-89EF-D525-E081-F71F234E4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4A4BA7-C379-E5A6-9778-244F08FDC7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D9CF285-A6E3-7BC9-5D28-D6E313061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AE43F50-B8DC-7D3B-29A0-37BC818ED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970A-8B40-448B-9C62-B62CCF856D68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28B5CC7-AA69-87F6-4AA4-2EB91589A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3D15FC6-D5C5-171E-1F0B-1F94DEBC6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645C2-4BC6-4B4D-A80A-E88E83A15B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9777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7A9CB0-A7D3-0780-B40A-55167D32D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687C94-92DA-3956-AF86-4E2D1D417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19D012-EABA-3215-3577-C28EF84190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257758C-885F-83FC-7E2E-6B1EC67895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3276515-549D-7E41-0244-6CEDC0A190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D1CB826-4A44-D45D-967E-4CFD87C7D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970A-8B40-448B-9C62-B62CCF856D68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1EF7A89-7D6C-8D9E-FC9D-6575913B6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A6D4412-ADE2-6C34-1967-DDFEBA95A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645C2-4BC6-4B4D-A80A-E88E83A15B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565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DB0625-54B2-6542-CC64-0CFF689B4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4B09A1F-5142-F7B1-79A3-1F2AA164D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970A-8B40-448B-9C62-B62CCF856D68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45A5442-881D-3007-902A-1BD11115A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98B2722-C239-625B-0EA4-29592077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645C2-4BC6-4B4D-A80A-E88E83A15B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191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215B291-13BB-5037-B146-B6AE89DD8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970A-8B40-448B-9C62-B62CCF856D68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65389B4-F043-0108-8C50-B37C06C4B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5221CB3-5620-DA7C-5CC0-0FBAE37CE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645C2-4BC6-4B4D-A80A-E88E83A15B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3977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030EAA-699C-B79C-3E32-7DE5E7BE9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48B4D3-FE82-EBAC-5358-E67DA0757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18CA9B9-4F0F-9A0D-FFE8-6DF2C06D69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904908-7543-008C-FEB5-FE21065CF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970A-8B40-448B-9C62-B62CCF856D68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6D3805E-93B7-AEBD-6782-4A0DB4472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8D0123B-E7C6-66A0-AF09-CEEDAE02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645C2-4BC6-4B4D-A80A-E88E83A15B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8468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0ADB18-60C2-8EF0-13B0-976B894B0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9227BBE-4BB0-0F47-3623-A876F51694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79DBB8-1637-B6BE-24C6-C88CF0ABFE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FF73C4E-B4E7-8863-DFD3-D6315D52B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970A-8B40-448B-9C62-B62CCF856D68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98B0C60-44DD-A9A3-C45B-CB6BF7FE9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6D4BF1-8C8D-FB35-EA1C-A79B59FB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645C2-4BC6-4B4D-A80A-E88E83A15B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3427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D67F0-BD19-5DD5-FD39-F2DAF1B52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01E62C6-945F-AEED-3D53-416D2863CD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394A19-B857-5688-23A1-EBB0071AF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970A-8B40-448B-9C62-B62CCF856D68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1772EE-AF87-71CA-2D35-D8D75FC0C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F99B24-FF5F-5C52-B675-2F62C2EDA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645C2-4BC6-4B4D-A80A-E88E83A15B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9992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00BCB2C-E2B8-EEB6-4B9F-92C788F341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CFD6A5D-6032-F65C-037E-8EF975EAE6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084531-8DAC-2068-EEBD-D380A5BFC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970A-8B40-448B-9C62-B62CCF856D68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E73C09-C93F-DBD8-ED5B-3CB5B5184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FDB153-5B57-BA70-7326-53C0D921B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645C2-4BC6-4B4D-A80A-E88E83A15B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7728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155B42B-B1AA-645E-3E96-594A6F057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189731-76AF-908B-3198-CFE322C2D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3434C7-0350-2D9E-755B-0E31CD5648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B6970A-8B40-448B-9C62-B62CCF856D68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06C7D3-EC31-D19E-ED07-9BA0F02BD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2DA750-92A1-665A-4986-CE1A085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8645C2-4BC6-4B4D-A80A-E88E83A15B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833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.xml"/><Relationship Id="rId5" Type="http://schemas.openxmlformats.org/officeDocument/2006/relationships/image" Target="../media/image4.png"/><Relationship Id="rId4" Type="http://schemas.openxmlformats.org/officeDocument/2006/relationships/customXml" Target="../ink/ink4.xm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customXml" Target="../ink/ink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2B079DD1-F699-6287-F9B5-4B1C6A08EA63}"/>
              </a:ext>
            </a:extLst>
          </p:cNvPr>
          <p:cNvSpPr txBox="1"/>
          <p:nvPr/>
        </p:nvSpPr>
        <p:spPr>
          <a:xfrm>
            <a:off x="3763108" y="186789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92 90 29 68 9 56 4 80 28 99 2 15</a:t>
            </a:r>
          </a:p>
          <a:p>
            <a:r>
              <a:rPr lang="pt-BR" sz="2400" dirty="0"/>
              <a:t>2 4 9 15 28 29 56 68 80 90 92 99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36E0454E-4053-3703-9D90-6698BC6A9835}"/>
                  </a:ext>
                </a:extLst>
              </p14:cNvPr>
              <p14:cNvContentPartPr/>
              <p14:nvPr/>
            </p14:nvContentPartPr>
            <p14:xfrm>
              <a:off x="3867120" y="527040"/>
              <a:ext cx="4921560" cy="4546800"/>
            </p14:xfrm>
          </p:contentPart>
        </mc:Choice>
        <mc:Fallback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36E0454E-4053-3703-9D90-6698BC6A983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57760" y="517680"/>
                <a:ext cx="4940280" cy="456552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4FAFE3EF-919C-8D0D-404F-7E3DC2C3F56D}"/>
              </a:ext>
            </a:extLst>
          </p:cNvPr>
          <p:cNvSpPr txBox="1"/>
          <p:nvPr/>
        </p:nvSpPr>
        <p:spPr>
          <a:xfrm>
            <a:off x="9163" y="1227211"/>
            <a:ext cx="6096000" cy="2956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pt-BR" b="0" dirty="0" err="1">
                <a:effectLst/>
                <a:latin typeface="Consolas" panose="020B0609020204030204" pitchFamily="49" charset="0"/>
              </a:rPr>
              <a:t>void</a:t>
            </a:r>
            <a:r>
              <a:rPr lang="pt-BR" b="0" dirty="0"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print_em_ordem_rec</a:t>
            </a:r>
            <a:r>
              <a:rPr lang="pt-BR" b="0" dirty="0">
                <a:effectLst/>
                <a:latin typeface="Consolas" panose="020B0609020204030204" pitchFamily="49" charset="0"/>
              </a:rPr>
              <a:t> (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t_no</a:t>
            </a:r>
            <a:r>
              <a:rPr lang="pt-BR" b="0" dirty="0">
                <a:effectLst/>
                <a:latin typeface="Consolas" panose="020B0609020204030204" pitchFamily="49" charset="0"/>
              </a:rPr>
              <a:t> * atual) {</a:t>
            </a:r>
          </a:p>
          <a:p>
            <a:pPr>
              <a:lnSpc>
                <a:spcPct val="150000"/>
              </a:lnSpc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if</a:t>
            </a:r>
            <a:r>
              <a:rPr lang="pt-BR" b="0" dirty="0">
                <a:effectLst/>
                <a:latin typeface="Consolas" panose="020B0609020204030204" pitchFamily="49" charset="0"/>
              </a:rPr>
              <a:t> (atual-&gt;esquerda != NULL)</a:t>
            </a:r>
          </a:p>
          <a:p>
            <a:pPr>
              <a:lnSpc>
                <a:spcPct val="150000"/>
              </a:lnSpc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   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print_em_ordem_rec</a:t>
            </a:r>
            <a:r>
              <a:rPr lang="pt-BR" b="0" dirty="0">
                <a:effectLst/>
                <a:latin typeface="Consolas" panose="020B0609020204030204" pitchFamily="49" charset="0"/>
              </a:rPr>
              <a:t> (atual-&gt;esquerda);</a:t>
            </a:r>
          </a:p>
          <a:p>
            <a:pPr>
              <a:lnSpc>
                <a:spcPct val="150000"/>
              </a:lnSpc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printf</a:t>
            </a:r>
            <a:r>
              <a:rPr lang="pt-BR" b="0" dirty="0">
                <a:effectLst/>
                <a:latin typeface="Consolas" panose="020B0609020204030204" pitchFamily="49" charset="0"/>
              </a:rPr>
              <a:t> ("%d ", atual-&gt;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info</a:t>
            </a:r>
            <a:r>
              <a:rPr lang="pt-BR" b="0" dirty="0">
                <a:effectLst/>
                <a:latin typeface="Consolas" panose="020B0609020204030204" pitchFamily="49" charset="0"/>
              </a:rPr>
              <a:t>); </a:t>
            </a:r>
          </a:p>
          <a:p>
            <a:pPr>
              <a:lnSpc>
                <a:spcPct val="150000"/>
              </a:lnSpc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if</a:t>
            </a:r>
            <a:r>
              <a:rPr lang="pt-BR" b="0" dirty="0">
                <a:effectLst/>
                <a:latin typeface="Consolas" panose="020B0609020204030204" pitchFamily="49" charset="0"/>
              </a:rPr>
              <a:t> (atual-&gt;direita != NULL)  </a:t>
            </a:r>
          </a:p>
          <a:p>
            <a:pPr>
              <a:lnSpc>
                <a:spcPct val="150000"/>
              </a:lnSpc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   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print_em_ordem_rec</a:t>
            </a:r>
            <a:r>
              <a:rPr lang="pt-BR" b="0" dirty="0">
                <a:effectLst/>
                <a:latin typeface="Consolas" panose="020B0609020204030204" pitchFamily="49" charset="0"/>
              </a:rPr>
              <a:t> (atual-&gt;direita);</a:t>
            </a:r>
          </a:p>
          <a:p>
            <a:pPr>
              <a:lnSpc>
                <a:spcPct val="150000"/>
              </a:lnSpc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A0AE2296-A4D3-7724-C4DD-DE8E04E6C7E2}"/>
                  </a:ext>
                </a:extLst>
              </p14:cNvPr>
              <p14:cNvContentPartPr/>
              <p14:nvPr/>
            </p14:nvContentPartPr>
            <p14:xfrm>
              <a:off x="571320" y="1638360"/>
              <a:ext cx="8617320" cy="4438800"/>
            </p14:xfrm>
          </p:contentPart>
        </mc:Choice>
        <mc:Fallback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A0AE2296-A4D3-7724-C4DD-DE8E04E6C7E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1960" y="1629000"/>
                <a:ext cx="8636040" cy="445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657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9DA4380-4244-FB27-2BDE-AA9F90B01191}"/>
              </a:ext>
            </a:extLst>
          </p:cNvPr>
          <p:cNvSpPr txBox="1"/>
          <p:nvPr/>
        </p:nvSpPr>
        <p:spPr>
          <a:xfrm>
            <a:off x="2919046" y="210235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62 38 58 7 10 27 10 99 25 46 18 53</a:t>
            </a:r>
          </a:p>
          <a:p>
            <a:r>
              <a:rPr lang="pt-BR" sz="2400" dirty="0"/>
              <a:t> 7 10 10 18 25 27 38 46 53 58 62 99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6B6A01DF-0F4D-2486-AE34-701EA1050C55}"/>
                  </a:ext>
                </a:extLst>
              </p14:cNvPr>
              <p14:cNvContentPartPr/>
              <p14:nvPr/>
            </p14:nvContentPartPr>
            <p14:xfrm>
              <a:off x="3067200" y="552600"/>
              <a:ext cx="3556080" cy="476892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6B6A01DF-0F4D-2486-AE34-701EA1050C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57840" y="543240"/>
                <a:ext cx="3574800" cy="47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2BBF8F57-285C-EFC3-2EEB-D3910A71AC38}"/>
                  </a:ext>
                </a:extLst>
              </p14:cNvPr>
              <p14:cNvContentPartPr/>
              <p14:nvPr/>
            </p14:nvContentPartPr>
            <p14:xfrm>
              <a:off x="7061040" y="1219320"/>
              <a:ext cx="2832480" cy="4654800"/>
            </p14:xfrm>
          </p:contentPart>
        </mc:Choice>
        <mc:Fallback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2BBF8F57-285C-EFC3-2EEB-D3910A71AC3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51680" y="1209960"/>
                <a:ext cx="2851200" cy="46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A972D5A1-3AA5-2D13-DC0C-1348EE9AC1F7}"/>
                  </a:ext>
                </a:extLst>
              </p14:cNvPr>
              <p14:cNvContentPartPr/>
              <p14:nvPr/>
            </p14:nvContentPartPr>
            <p14:xfrm>
              <a:off x="7594560" y="1085760"/>
              <a:ext cx="1873800" cy="2591280"/>
            </p14:xfrm>
          </p:contentPart>
        </mc:Choice>
        <mc:Fallback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A972D5A1-3AA5-2D13-DC0C-1348EE9AC1F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85200" y="1076400"/>
                <a:ext cx="1892520" cy="261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ED1BFFB9-024D-300A-E309-1BF70A025657}"/>
                  </a:ext>
                </a:extLst>
              </p14:cNvPr>
              <p14:cNvContentPartPr/>
              <p14:nvPr/>
            </p14:nvContentPartPr>
            <p14:xfrm>
              <a:off x="6489720" y="647640"/>
              <a:ext cx="2603880" cy="293400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ED1BFFB9-024D-300A-E309-1BF70A02565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80360" y="638280"/>
                <a:ext cx="2622600" cy="295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8660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6EB0143-0B56-301B-EC6C-F13DE6F39C79}"/>
              </a:ext>
            </a:extLst>
          </p:cNvPr>
          <p:cNvSpPr txBox="1"/>
          <p:nvPr/>
        </p:nvSpPr>
        <p:spPr>
          <a:xfrm>
            <a:off x="679938" y="253886"/>
            <a:ext cx="11629292" cy="1709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pt-BR" b="0" dirty="0" err="1">
                <a:effectLst/>
                <a:latin typeface="Consolas" panose="020B0609020204030204" pitchFamily="49" charset="0"/>
              </a:rPr>
              <a:t>int</a:t>
            </a:r>
            <a:r>
              <a:rPr lang="pt-BR" b="0" dirty="0"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conta_nos_rec</a:t>
            </a:r>
            <a:r>
              <a:rPr lang="pt-BR" b="0" dirty="0">
                <a:effectLst/>
                <a:latin typeface="Consolas" panose="020B0609020204030204" pitchFamily="49" charset="0"/>
              </a:rPr>
              <a:t> (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t_no</a:t>
            </a:r>
            <a:r>
              <a:rPr lang="pt-BR" b="0" dirty="0">
                <a:effectLst/>
                <a:latin typeface="Consolas" panose="020B0609020204030204" pitchFamily="49" charset="0"/>
              </a:rPr>
              <a:t> *atual) {</a:t>
            </a:r>
          </a:p>
          <a:p>
            <a:pPr>
              <a:lnSpc>
                <a:spcPct val="150000"/>
              </a:lnSpc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if</a:t>
            </a:r>
            <a:r>
              <a:rPr lang="pt-BR" b="0" dirty="0">
                <a:effectLst/>
                <a:latin typeface="Consolas" panose="020B0609020204030204" pitchFamily="49" charset="0"/>
              </a:rPr>
              <a:t> (atual == NULL)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return</a:t>
            </a:r>
            <a:r>
              <a:rPr lang="pt-BR" b="0" dirty="0">
                <a:effectLst/>
                <a:latin typeface="Consolas" panose="020B0609020204030204" pitchFamily="49" charset="0"/>
              </a:rPr>
              <a:t> 0;</a:t>
            </a:r>
          </a:p>
          <a:p>
            <a:pPr>
              <a:lnSpc>
                <a:spcPct val="150000"/>
              </a:lnSpc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return</a:t>
            </a:r>
            <a:r>
              <a:rPr lang="pt-BR" b="0" dirty="0">
                <a:effectLst/>
                <a:latin typeface="Consolas" panose="020B0609020204030204" pitchFamily="49" charset="0"/>
              </a:rPr>
              <a:t> 1 +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conta_nos_rec</a:t>
            </a:r>
            <a:r>
              <a:rPr lang="pt-BR" b="0" dirty="0">
                <a:effectLst/>
                <a:latin typeface="Consolas" panose="020B0609020204030204" pitchFamily="49" charset="0"/>
              </a:rPr>
              <a:t>(atual-&gt;esquerda) +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conta_nos_rec</a:t>
            </a:r>
            <a:r>
              <a:rPr lang="pt-BR" b="0" dirty="0">
                <a:effectLst/>
                <a:latin typeface="Consolas" panose="020B0609020204030204" pitchFamily="49" charset="0"/>
              </a:rPr>
              <a:t>(atual-&gt;direita);</a:t>
            </a:r>
          </a:p>
          <a:p>
            <a:pPr>
              <a:lnSpc>
                <a:spcPct val="150000"/>
              </a:lnSpc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F563AA6D-CF94-6835-A446-B85AFB2C7182}"/>
                  </a:ext>
                </a:extLst>
              </p14:cNvPr>
              <p14:cNvContentPartPr/>
              <p14:nvPr/>
            </p14:nvContentPartPr>
            <p14:xfrm>
              <a:off x="4224056" y="2098550"/>
              <a:ext cx="2832480" cy="465480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F563AA6D-CF94-6835-A446-B85AFB2C71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14696" y="2089190"/>
                <a:ext cx="2851200" cy="46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AFB1A457-851E-3260-EF34-1FC01C23E45C}"/>
                  </a:ext>
                </a:extLst>
              </p14:cNvPr>
              <p14:cNvContentPartPr/>
              <p14:nvPr/>
            </p14:nvContentPartPr>
            <p14:xfrm>
              <a:off x="4260960" y="1479600"/>
              <a:ext cx="2813400" cy="5289840"/>
            </p14:xfrm>
          </p:contentPart>
        </mc:Choice>
        <mc:Fallback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AFB1A457-851E-3260-EF34-1FC01C23E45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51600" y="1470240"/>
                <a:ext cx="2832120" cy="530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57255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169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Consolas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Andreia Machion</dc:creator>
  <cp:lastModifiedBy>Andreia Machion</cp:lastModifiedBy>
  <cp:revision>1</cp:revision>
  <dcterms:created xsi:type="dcterms:W3CDTF">2025-11-14T18:44:25Z</dcterms:created>
  <dcterms:modified xsi:type="dcterms:W3CDTF">2025-11-14T21:23:09Z</dcterms:modified>
</cp:coreProperties>
</file>